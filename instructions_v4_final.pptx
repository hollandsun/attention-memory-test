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0"/>
  </p:notesMasterIdLst>
  <p:sldIdLst>
    <p:sldId id="256" r:id="rId2"/>
    <p:sldId id="257" r:id="rId3"/>
    <p:sldId id="280" r:id="rId4"/>
    <p:sldId id="300" r:id="rId5"/>
    <p:sldId id="301" r:id="rId6"/>
    <p:sldId id="288" r:id="rId7"/>
    <p:sldId id="292" r:id="rId8"/>
    <p:sldId id="302" r:id="rId9"/>
  </p:sldIdLst>
  <p:sldSz cx="12192000" cy="6858000"/>
  <p:notesSz cx="6858000" cy="9144000"/>
  <p:embeddedFontLst>
    <p:embeddedFont>
      <p:font typeface="Gill Sans" panose="020B0502020104020203" pitchFamily="34" charset="-79"/>
      <p:regular r:id="rId11"/>
      <p:bold r:id="rId12"/>
    </p:embeddedFont>
    <p:embeddedFont>
      <p:font typeface="Trebuchet MS" panose="020B0703020202090204" pitchFamily="34" charset="0"/>
      <p:regular r:id="rId13"/>
      <p:bold r:id="rId14"/>
      <p:italic r:id="rId15"/>
      <p:boldItalic r:id="rId16"/>
    </p:embeddedFont>
    <p:embeddedFont>
      <p:font typeface="Wingdings 3" pitchFamily="2" charset="2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iCLTcqkZFquGp3X+K+oBlXcJqB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41"/>
    <p:restoredTop sz="69468"/>
  </p:normalViewPr>
  <p:slideViewPr>
    <p:cSldViewPr snapToGrid="0">
      <p:cViewPr>
        <p:scale>
          <a:sx n="39" d="100"/>
          <a:sy n="39" d="100"/>
        </p:scale>
        <p:origin x="1960" y="1144"/>
      </p:cViewPr>
      <p:guideLst/>
    </p:cSldViewPr>
  </p:slideViewPr>
  <p:notesTextViewPr>
    <p:cViewPr>
      <p:scale>
        <a:sx n="155" d="100"/>
        <a:sy n="15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 we need fixation point for the training?</a:t>
            </a:r>
            <a:endParaRPr dirty="0"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2854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BC7136B-0A55-CFAD-744E-609A1E12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70BDD33B-04A2-F0EF-96C3-BC7BE1B00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 we need fixation point for the training?</a:t>
            </a: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C2D5635F-1180-D4C2-DA26-F3B583F2C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6514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5BB33F0-A9C0-741B-3D1F-81841F39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EAE12CC0-861C-B5F9-1843-C5C585EFA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 we need fixation point for the training?</a:t>
            </a: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B28C7317-F237-C137-5D65-1B9C40655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3632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 we need fixation point for the training?</a:t>
            </a:r>
            <a:endParaRPr dirty="0"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8928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555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9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0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750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762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805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091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485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143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884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418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8562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837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81691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8628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778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0746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o - Web Style Guide">
            <a:extLst>
              <a:ext uri="{FF2B5EF4-FFF2-40B4-BE49-F238E27FC236}">
                <a16:creationId xmlns:a16="http://schemas.microsoft.com/office/drawing/2014/main" id="{0BC14A0B-242D-4A5A-1D2C-53622019A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92"/>
          <a:stretch/>
        </p:blipFill>
        <p:spPr bwMode="auto">
          <a:xfrm>
            <a:off x="86551" y="0"/>
            <a:ext cx="3027298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43372DD-56C0-B3D4-500E-715C3AB5C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454" y="2605849"/>
            <a:ext cx="8901091" cy="1646302"/>
          </a:xfrm>
        </p:spPr>
        <p:txBody>
          <a:bodyPr/>
          <a:lstStyle/>
          <a:p>
            <a:pPr algn="ctr"/>
            <a:r>
              <a:rPr lang="en-US" sz="7200" b="1" dirty="0"/>
              <a:t>Welcome to Our Experiment!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1;p4">
            <a:extLst>
              <a:ext uri="{FF2B5EF4-FFF2-40B4-BE49-F238E27FC236}">
                <a16:creationId xmlns:a16="http://schemas.microsoft.com/office/drawing/2014/main" id="{78057415-0B5C-8FDB-B7FC-E8B08EF40315}"/>
              </a:ext>
            </a:extLst>
          </p:cNvPr>
          <p:cNvSpPr/>
          <p:nvPr/>
        </p:nvSpPr>
        <p:spPr>
          <a:xfrm>
            <a:off x="4528584" y="-2"/>
            <a:ext cx="7663416" cy="6858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409157" y="2708802"/>
            <a:ext cx="3698803" cy="1440394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ill Sans"/>
              <a:buNone/>
            </a:pPr>
            <a:r>
              <a:rPr lang="en-US" sz="2400" dirty="0">
                <a:solidFill>
                  <a:schemeClr val="lt1"/>
                </a:solidFill>
              </a:rPr>
              <a:t>Overview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122" name="Google Shape;122;p4"/>
          <p:cNvSpPr txBox="1">
            <a:spLocks noGrp="1"/>
          </p:cNvSpPr>
          <p:nvPr>
            <p:ph idx="1"/>
          </p:nvPr>
        </p:nvSpPr>
        <p:spPr>
          <a:xfrm>
            <a:off x="5176358" y="530962"/>
            <a:ext cx="6367868" cy="525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1200"/>
              </a:spcBef>
              <a:spcAft>
                <a:spcPts val="600"/>
              </a:spcAft>
              <a:buSzPts val="18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In this study, you will see images and numbers appearing on the screen. </a:t>
            </a:r>
            <a:endParaRPr sz="2400" dirty="0"/>
          </a:p>
          <a:p>
            <a:pPr marL="228600" lvl="0" indent="-228600" algn="l" rtl="0">
              <a:spcBef>
                <a:spcPts val="1200"/>
              </a:spcBef>
              <a:spcAft>
                <a:spcPts val="600"/>
              </a:spcAft>
              <a:buSzPts val="18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Each image tells you where to pay attention next. </a:t>
            </a:r>
            <a:endParaRPr sz="2400" dirty="0"/>
          </a:p>
          <a:p>
            <a:pPr marL="228600" lvl="0" indent="-228600" algn="l" rtl="0">
              <a:spcBef>
                <a:spcPts val="1200"/>
              </a:spcBef>
              <a:spcAft>
                <a:spcPts val="600"/>
              </a:spcAft>
              <a:buSzPts val="18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Your job is to judge whether the numbers at the attended location are odd or even.</a:t>
            </a:r>
            <a:endParaRPr sz="2400" dirty="0"/>
          </a:p>
        </p:txBody>
      </p:sp>
      <p:pic>
        <p:nvPicPr>
          <p:cNvPr id="123" name="Google Shape;123;p4" descr="Shape  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 b="17222"/>
          <a:stretch>
            <a:fillRect/>
          </a:stretch>
        </p:blipFill>
        <p:spPr>
          <a:xfrm>
            <a:off x="7005891" y="3846995"/>
            <a:ext cx="2708801" cy="224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1;p4">
            <a:extLst>
              <a:ext uri="{FF2B5EF4-FFF2-40B4-BE49-F238E27FC236}">
                <a16:creationId xmlns:a16="http://schemas.microsoft.com/office/drawing/2014/main" id="{78057415-0B5C-8FDB-B7FC-E8B08EF40315}"/>
              </a:ext>
            </a:extLst>
          </p:cNvPr>
          <p:cNvSpPr/>
          <p:nvPr/>
        </p:nvSpPr>
        <p:spPr>
          <a:xfrm>
            <a:off x="4828032" y="0"/>
            <a:ext cx="7363968" cy="6858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362081" y="2708802"/>
            <a:ext cx="3698803" cy="1440394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ill Sans"/>
              <a:buNone/>
            </a:pPr>
            <a:r>
              <a:rPr lang="en-US" sz="2400" dirty="0">
                <a:solidFill>
                  <a:schemeClr val="lt1"/>
                </a:solidFill>
              </a:rPr>
              <a:t>The Asterisk 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18" name="Google Shape;121;p4">
            <a:extLst>
              <a:ext uri="{FF2B5EF4-FFF2-40B4-BE49-F238E27FC236}">
                <a16:creationId xmlns:a16="http://schemas.microsoft.com/office/drawing/2014/main" id="{7E444304-A097-948B-A49F-8FB51C16AC38}"/>
              </a:ext>
            </a:extLst>
          </p:cNvPr>
          <p:cNvSpPr/>
          <p:nvPr/>
        </p:nvSpPr>
        <p:spPr>
          <a:xfrm>
            <a:off x="4528584" y="-2"/>
            <a:ext cx="7663416" cy="6858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" name="Google Shape;129;p5">
            <a:extLst>
              <a:ext uri="{FF2B5EF4-FFF2-40B4-BE49-F238E27FC236}">
                <a16:creationId xmlns:a16="http://schemas.microsoft.com/office/drawing/2014/main" id="{01D4ED57-3C9B-27E1-4A09-12391DC0271C}"/>
              </a:ext>
            </a:extLst>
          </p:cNvPr>
          <p:cNvSpPr txBox="1">
            <a:spLocks/>
          </p:cNvSpPr>
          <p:nvPr/>
        </p:nvSpPr>
        <p:spPr>
          <a:xfrm>
            <a:off x="5230368" y="571284"/>
            <a:ext cx="6194484" cy="52527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Each trial will start with a flashing asterisk * in either the left or right stream.</a:t>
            </a:r>
          </a:p>
          <a:p>
            <a:pPr marL="228600" indent="-228600">
              <a:spcBef>
                <a:spcPts val="0"/>
              </a:spcBef>
              <a:buSzPts val="1800"/>
              <a:buFont typeface="Wingdings 3" charset="2"/>
              <a:buChar char="•"/>
            </a:pPr>
            <a:endParaRPr lang="en-US" sz="2400" dirty="0">
              <a:solidFill>
                <a:schemeClr val="dk1"/>
              </a:solidFill>
            </a:endParaRPr>
          </a:p>
          <a:p>
            <a:pPr marL="228600" indent="-2286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The asterisk will tell you which side to attend to </a:t>
            </a:r>
          </a:p>
          <a:p>
            <a:pPr marL="228600" indent="-228600">
              <a:spcBef>
                <a:spcPts val="0"/>
              </a:spcBef>
              <a:buSzPts val="1800"/>
              <a:buFont typeface="Wingdings 3" charset="2"/>
              <a:buChar char="•"/>
            </a:pPr>
            <a:endParaRPr lang="en-US" sz="2400" dirty="0">
              <a:solidFill>
                <a:schemeClr val="dk1"/>
              </a:solidFill>
            </a:endParaRPr>
          </a:p>
          <a:p>
            <a:pPr marL="228600" indent="-2286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Always keep your eyes on the central +.</a:t>
            </a:r>
          </a:p>
          <a:p>
            <a:pPr marL="228600" indent="-228600">
              <a:buSzPts val="1800"/>
              <a:buFont typeface="Wingdings 3" charset="2"/>
              <a:buChar char="•"/>
            </a:pPr>
            <a:endParaRPr lang="en-US" dirty="0"/>
          </a:p>
        </p:txBody>
      </p:sp>
      <p:sp>
        <p:nvSpPr>
          <p:cNvPr id="12" name="Google Shape;132;p5">
            <a:extLst>
              <a:ext uri="{FF2B5EF4-FFF2-40B4-BE49-F238E27FC236}">
                <a16:creationId xmlns:a16="http://schemas.microsoft.com/office/drawing/2014/main" id="{D9C43BCB-EBCE-C500-D4F8-AEB75AF9BF85}"/>
              </a:ext>
            </a:extLst>
          </p:cNvPr>
          <p:cNvSpPr txBox="1"/>
          <p:nvPr/>
        </p:nvSpPr>
        <p:spPr>
          <a:xfrm>
            <a:off x="6704570" y="4455147"/>
            <a:ext cx="397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dirty="0"/>
          </a:p>
        </p:txBody>
      </p:sp>
      <p:pic>
        <p:nvPicPr>
          <p:cNvPr id="13" name="Google Shape;130;p5" descr="Shape  Description automatically generated with low confidence">
            <a:extLst>
              <a:ext uri="{FF2B5EF4-FFF2-40B4-BE49-F238E27FC236}">
                <a16:creationId xmlns:a16="http://schemas.microsoft.com/office/drawing/2014/main" id="{E272FB46-109C-0E9E-9C76-E1807405FD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3520"/>
          <a:stretch>
            <a:fillRect/>
          </a:stretch>
        </p:blipFill>
        <p:spPr>
          <a:xfrm>
            <a:off x="5524767" y="3890517"/>
            <a:ext cx="2978883" cy="239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31;p5">
            <a:extLst>
              <a:ext uri="{FF2B5EF4-FFF2-40B4-BE49-F238E27FC236}">
                <a16:creationId xmlns:a16="http://schemas.microsoft.com/office/drawing/2014/main" id="{837E619F-EF80-9BFF-8E0B-D7F8F79196F7}"/>
              </a:ext>
            </a:extLst>
          </p:cNvPr>
          <p:cNvSpPr txBox="1"/>
          <p:nvPr/>
        </p:nvSpPr>
        <p:spPr>
          <a:xfrm>
            <a:off x="6086569" y="4526802"/>
            <a:ext cx="39786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*</a:t>
            </a:r>
            <a:endParaRPr dirty="0"/>
          </a:p>
        </p:txBody>
      </p:sp>
      <p:pic>
        <p:nvPicPr>
          <p:cNvPr id="15" name="Google Shape;130;p5" descr="Shape  Description automatically generated with low confidence">
            <a:extLst>
              <a:ext uri="{FF2B5EF4-FFF2-40B4-BE49-F238E27FC236}">
                <a16:creationId xmlns:a16="http://schemas.microsoft.com/office/drawing/2014/main" id="{913A68C2-0282-6334-6256-D944752A62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3520"/>
          <a:stretch>
            <a:fillRect/>
          </a:stretch>
        </p:blipFill>
        <p:spPr>
          <a:xfrm>
            <a:off x="8677950" y="3890517"/>
            <a:ext cx="2978883" cy="239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31;p5">
            <a:extLst>
              <a:ext uri="{FF2B5EF4-FFF2-40B4-BE49-F238E27FC236}">
                <a16:creationId xmlns:a16="http://schemas.microsoft.com/office/drawing/2014/main" id="{7802A09A-3EE8-81AE-1389-06223D79FCA4}"/>
              </a:ext>
            </a:extLst>
          </p:cNvPr>
          <p:cNvSpPr txBox="1"/>
          <p:nvPr/>
        </p:nvSpPr>
        <p:spPr>
          <a:xfrm>
            <a:off x="10494459" y="4526802"/>
            <a:ext cx="39786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*</a:t>
            </a:r>
            <a:endParaRPr dirty="0"/>
          </a:p>
        </p:txBody>
      </p:sp>
      <p:sp>
        <p:nvSpPr>
          <p:cNvPr id="17" name="Google Shape;132;p5">
            <a:extLst>
              <a:ext uri="{FF2B5EF4-FFF2-40B4-BE49-F238E27FC236}">
                <a16:creationId xmlns:a16="http://schemas.microsoft.com/office/drawing/2014/main" id="{B568E46B-C4A8-CC67-FC73-DDBAA8B44DB5}"/>
              </a:ext>
            </a:extLst>
          </p:cNvPr>
          <p:cNvSpPr txBox="1"/>
          <p:nvPr/>
        </p:nvSpPr>
        <p:spPr>
          <a:xfrm>
            <a:off x="9769591" y="4455147"/>
            <a:ext cx="397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660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AD8C376C-18E5-04A8-088E-0B9924534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1;p4">
            <a:extLst>
              <a:ext uri="{FF2B5EF4-FFF2-40B4-BE49-F238E27FC236}">
                <a16:creationId xmlns:a16="http://schemas.microsoft.com/office/drawing/2014/main" id="{641C2FF5-EC95-1328-81B5-97AC5D253149}"/>
              </a:ext>
            </a:extLst>
          </p:cNvPr>
          <p:cNvSpPr/>
          <p:nvPr/>
        </p:nvSpPr>
        <p:spPr>
          <a:xfrm>
            <a:off x="4891352" y="-2"/>
            <a:ext cx="7308000" cy="6858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12A7198F-544B-9B21-DD36-3AAE66D1C3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225" y="2708802"/>
            <a:ext cx="3698803" cy="1440394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ill Sans"/>
              <a:buNone/>
            </a:pPr>
            <a:r>
              <a:rPr lang="en-US" sz="2400" dirty="0">
                <a:solidFill>
                  <a:schemeClr val="lt1"/>
                </a:solidFill>
              </a:rPr>
              <a:t>Noise Images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5" name="Google Shape;129;p5">
            <a:extLst>
              <a:ext uri="{FF2B5EF4-FFF2-40B4-BE49-F238E27FC236}">
                <a16:creationId xmlns:a16="http://schemas.microsoft.com/office/drawing/2014/main" id="{65F021AA-5518-7916-3FCD-CD1B4F113B54}"/>
              </a:ext>
            </a:extLst>
          </p:cNvPr>
          <p:cNvSpPr txBox="1">
            <a:spLocks/>
          </p:cNvSpPr>
          <p:nvPr/>
        </p:nvSpPr>
        <p:spPr>
          <a:xfrm>
            <a:off x="5579241" y="707812"/>
            <a:ext cx="6091448" cy="52527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After the asterisk appears, both locations will show rapidly changing noise images. </a:t>
            </a:r>
          </a:p>
          <a:p>
            <a:pPr marL="228600" indent="-228600">
              <a:spcBef>
                <a:spcPts val="0"/>
              </a:spcBef>
              <a:buSzPts val="1800"/>
              <a:buFont typeface="Wingdings 3" charset="2"/>
              <a:buChar char="•"/>
            </a:pPr>
            <a:endParaRPr lang="en-US" sz="2400" dirty="0">
              <a:solidFill>
                <a:schemeClr val="dk1"/>
              </a:solidFill>
            </a:endParaRPr>
          </a:p>
          <a:p>
            <a:pPr marL="228600" indent="-2286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Keep your attention on the side where the asterisk just appeared.</a:t>
            </a:r>
          </a:p>
          <a:p>
            <a:pPr marL="0" indent="0">
              <a:buSzPts val="1800"/>
              <a:buNone/>
            </a:pPr>
            <a:endParaRPr lang="en-US" dirty="0"/>
          </a:p>
        </p:txBody>
      </p:sp>
      <p:pic>
        <p:nvPicPr>
          <p:cNvPr id="6" name="Google Shape;130;p5" descr="Shape  Description automatically generated with low confidence">
            <a:extLst>
              <a:ext uri="{FF2B5EF4-FFF2-40B4-BE49-F238E27FC236}">
                <a16:creationId xmlns:a16="http://schemas.microsoft.com/office/drawing/2014/main" id="{55EF57C7-E28C-9488-F4D8-F237863A9E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3260"/>
          <a:stretch>
            <a:fillRect/>
          </a:stretch>
        </p:blipFill>
        <p:spPr>
          <a:xfrm>
            <a:off x="6927182" y="3106200"/>
            <a:ext cx="3395566" cy="28543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1;p5">
            <a:extLst>
              <a:ext uri="{FF2B5EF4-FFF2-40B4-BE49-F238E27FC236}">
                <a16:creationId xmlns:a16="http://schemas.microsoft.com/office/drawing/2014/main" id="{3FBA4C7C-A433-D3C1-4AB0-9DEC4AE98885}"/>
              </a:ext>
            </a:extLst>
          </p:cNvPr>
          <p:cNvSpPr txBox="1"/>
          <p:nvPr/>
        </p:nvSpPr>
        <p:spPr>
          <a:xfrm>
            <a:off x="7603537" y="3806272"/>
            <a:ext cx="39786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*</a:t>
            </a:r>
            <a:endParaRPr dirty="0"/>
          </a:p>
        </p:txBody>
      </p:sp>
      <p:sp>
        <p:nvSpPr>
          <p:cNvPr id="9" name="Google Shape;132;p5">
            <a:extLst>
              <a:ext uri="{FF2B5EF4-FFF2-40B4-BE49-F238E27FC236}">
                <a16:creationId xmlns:a16="http://schemas.microsoft.com/office/drawing/2014/main" id="{FBC38817-8D93-449A-E0A9-9173A25BEB41}"/>
              </a:ext>
            </a:extLst>
          </p:cNvPr>
          <p:cNvSpPr txBox="1"/>
          <p:nvPr/>
        </p:nvSpPr>
        <p:spPr>
          <a:xfrm>
            <a:off x="8346452" y="3733645"/>
            <a:ext cx="397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383A72-8035-7DB0-EDD1-DA07AD0C8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89" y="3641782"/>
            <a:ext cx="891726" cy="891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5BC074-14C4-1B6F-92FE-5CD48A22A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078" y="3622432"/>
            <a:ext cx="891726" cy="89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1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951D0762-25AD-8D54-2CDA-76900E8B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1;p4">
            <a:extLst>
              <a:ext uri="{FF2B5EF4-FFF2-40B4-BE49-F238E27FC236}">
                <a16:creationId xmlns:a16="http://schemas.microsoft.com/office/drawing/2014/main" id="{D77FA5F0-B1A0-BF0D-2447-E874B8DACB17}"/>
              </a:ext>
            </a:extLst>
          </p:cNvPr>
          <p:cNvSpPr/>
          <p:nvPr/>
        </p:nvSpPr>
        <p:spPr>
          <a:xfrm>
            <a:off x="4527600" y="0"/>
            <a:ext cx="7664400" cy="6858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C0D101D1-5631-679C-68DA-99EA41EC38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636" y="2708803"/>
            <a:ext cx="3698803" cy="1440394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ill Sans"/>
              <a:buNone/>
            </a:pPr>
            <a:r>
              <a:rPr lang="en-US" sz="2400" dirty="0">
                <a:solidFill>
                  <a:schemeClr val="lt1"/>
                </a:solidFill>
              </a:rPr>
              <a:t>Target Images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3" name="Google Shape;138;p6">
            <a:extLst>
              <a:ext uri="{FF2B5EF4-FFF2-40B4-BE49-F238E27FC236}">
                <a16:creationId xmlns:a16="http://schemas.microsoft.com/office/drawing/2014/main" id="{9B64397E-2DB0-789E-43A5-F8FBE5EE57E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75504" y="572475"/>
            <a:ext cx="6396010" cy="525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600"/>
              </a:spcBef>
              <a:spcAft>
                <a:spcPts val="600"/>
              </a:spcAft>
              <a:buSzPts val="1800"/>
              <a:buFont typeface="Wingdings 3" charset="2"/>
              <a:buChar char="•"/>
            </a:pPr>
            <a:r>
              <a:rPr lang="en-US" sz="2400" dirty="0">
                <a:solidFill>
                  <a:schemeClr val="dk1"/>
                </a:solidFill>
                <a:sym typeface="Arial"/>
              </a:rPr>
              <a:t>Then, a target image flashes at the cued location where the asterisk appeared</a:t>
            </a:r>
          </a:p>
          <a:p>
            <a:pPr marL="228600" lvl="0" indent="-228600">
              <a:spcBef>
                <a:spcPts val="600"/>
              </a:spcBef>
              <a:spcAft>
                <a:spcPts val="600"/>
              </a:spcAft>
              <a:buSzPts val="1800"/>
              <a:buFont typeface="Wingdings 3" charset="2"/>
              <a:buChar char="•"/>
            </a:pPr>
            <a:r>
              <a:rPr lang="en-US" sz="2400" dirty="0">
                <a:solidFill>
                  <a:schemeClr val="dk1"/>
                </a:solidFill>
                <a:sym typeface="Arial"/>
              </a:rPr>
              <a:t>This image is either an ANIMAL or a NON-ANIMAL object</a:t>
            </a:r>
          </a:p>
          <a:p>
            <a:pPr marL="228600" lvl="0" indent="-228600">
              <a:spcBef>
                <a:spcPts val="600"/>
              </a:spcBef>
              <a:spcAft>
                <a:spcPts val="600"/>
              </a:spcAft>
              <a:buSzPts val="1800"/>
              <a:buFont typeface="Wingdings 3" charset="2"/>
              <a:buChar char="•"/>
            </a:pPr>
            <a:r>
              <a:rPr lang="en-US" sz="2400" dirty="0">
                <a:solidFill>
                  <a:srgbClr val="C00000"/>
                </a:solidFill>
                <a:sym typeface="Arial"/>
              </a:rPr>
              <a:t>If you see an Animal </a:t>
            </a:r>
          </a:p>
          <a:p>
            <a:pPr marL="628650" lvl="1" indent="-228600">
              <a:spcBef>
                <a:spcPts val="600"/>
              </a:spcBef>
              <a:spcAft>
                <a:spcPts val="600"/>
              </a:spcAft>
              <a:buSzPts val="1800"/>
              <a:buFont typeface="Wingdings 3" charset="2"/>
              <a:buChar char="•"/>
            </a:pPr>
            <a:r>
              <a:rPr lang="en-US" sz="2400" b="1" dirty="0">
                <a:solidFill>
                  <a:srgbClr val="C00000"/>
                </a:solidFill>
                <a:sym typeface="Arial"/>
              </a:rPr>
              <a:t>SHIFT</a:t>
            </a:r>
            <a:r>
              <a:rPr lang="en-US" sz="2400" dirty="0">
                <a:solidFill>
                  <a:srgbClr val="C00000"/>
                </a:solidFill>
                <a:sym typeface="Arial"/>
              </a:rPr>
              <a:t> your attention to the </a:t>
            </a:r>
            <a:r>
              <a:rPr lang="en-US" sz="2400" b="1" dirty="0">
                <a:solidFill>
                  <a:srgbClr val="C00000"/>
                </a:solidFill>
                <a:sym typeface="Arial"/>
              </a:rPr>
              <a:t>OTHER</a:t>
            </a:r>
            <a:r>
              <a:rPr lang="en-US" sz="2400" dirty="0">
                <a:solidFill>
                  <a:srgbClr val="C00000"/>
                </a:solidFill>
                <a:sym typeface="Arial"/>
              </a:rPr>
              <a:t> side </a:t>
            </a:r>
          </a:p>
          <a:p>
            <a:pPr marL="228600" lvl="0" indent="-228600">
              <a:spcBef>
                <a:spcPts val="600"/>
              </a:spcBef>
              <a:spcAft>
                <a:spcPts val="600"/>
              </a:spcAft>
              <a:buSzPts val="1800"/>
              <a:buFont typeface="Wingdings 3" charset="2"/>
              <a:buChar char="•"/>
            </a:pPr>
            <a:r>
              <a:rPr lang="en-US" sz="2400" dirty="0">
                <a:solidFill>
                  <a:srgbClr val="0070C0"/>
                </a:solidFill>
                <a:sym typeface="Arial"/>
              </a:rPr>
              <a:t>If you see a Non-Animal </a:t>
            </a:r>
          </a:p>
          <a:p>
            <a:pPr marL="628650" lvl="1" indent="-228600">
              <a:spcBef>
                <a:spcPts val="600"/>
              </a:spcBef>
              <a:spcAft>
                <a:spcPts val="600"/>
              </a:spcAft>
              <a:buSzPts val="1800"/>
              <a:buFont typeface="Wingdings 3" charset="2"/>
              <a:buChar char="•"/>
            </a:pPr>
            <a:r>
              <a:rPr lang="en-US" sz="2400" b="1" dirty="0">
                <a:solidFill>
                  <a:srgbClr val="0070C0"/>
                </a:solidFill>
                <a:sym typeface="Arial"/>
              </a:rPr>
              <a:t>KEEP</a:t>
            </a:r>
            <a:r>
              <a:rPr lang="en-US" sz="2400" dirty="0">
                <a:solidFill>
                  <a:srgbClr val="0070C0"/>
                </a:solidFill>
                <a:sym typeface="Arial"/>
              </a:rPr>
              <a:t> your attention on the SAME side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3BE63F-D0A2-B2D5-85B6-0287567E291C}"/>
              </a:ext>
            </a:extLst>
          </p:cNvPr>
          <p:cNvGrpSpPr/>
          <p:nvPr/>
        </p:nvGrpSpPr>
        <p:grpSpPr>
          <a:xfrm>
            <a:off x="5805208" y="4666285"/>
            <a:ext cx="5114033" cy="1921314"/>
            <a:chOff x="5439448" y="4676471"/>
            <a:chExt cx="6155649" cy="2420888"/>
          </a:xfrm>
        </p:grpSpPr>
        <p:sp>
          <p:nvSpPr>
            <p:cNvPr id="11" name="Google Shape;132;p5">
              <a:extLst>
                <a:ext uri="{FF2B5EF4-FFF2-40B4-BE49-F238E27FC236}">
                  <a16:creationId xmlns:a16="http://schemas.microsoft.com/office/drawing/2014/main" id="{6B39B10C-D729-586C-A8CD-6F982BD18FA6}"/>
                </a:ext>
              </a:extLst>
            </p:cNvPr>
            <p:cNvSpPr txBox="1"/>
            <p:nvPr/>
          </p:nvSpPr>
          <p:spPr>
            <a:xfrm>
              <a:off x="6619251" y="5191727"/>
              <a:ext cx="3978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+</a:t>
              </a:r>
              <a:endParaRPr dirty="0"/>
            </a:p>
          </p:txBody>
        </p:sp>
        <p:pic>
          <p:nvPicPr>
            <p:cNvPr id="5" name="Google Shape;130;p5" descr="Shape  Description automatically generated with low confidence">
              <a:extLst>
                <a:ext uri="{FF2B5EF4-FFF2-40B4-BE49-F238E27FC236}">
                  <a16:creationId xmlns:a16="http://schemas.microsoft.com/office/drawing/2014/main" id="{6D89E3F3-B3A0-1738-CF67-C29D10F9B5E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3520"/>
            <a:stretch>
              <a:fillRect/>
            </a:stretch>
          </p:blipFill>
          <p:spPr>
            <a:xfrm>
              <a:off x="5439448" y="4701160"/>
              <a:ext cx="2978883" cy="2396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131;p5">
              <a:extLst>
                <a:ext uri="{FF2B5EF4-FFF2-40B4-BE49-F238E27FC236}">
                  <a16:creationId xmlns:a16="http://schemas.microsoft.com/office/drawing/2014/main" id="{C88CF165-D92B-42D3-7027-2D68F7ABAC8E}"/>
                </a:ext>
              </a:extLst>
            </p:cNvPr>
            <p:cNvSpPr txBox="1"/>
            <p:nvPr/>
          </p:nvSpPr>
          <p:spPr>
            <a:xfrm>
              <a:off x="6001250" y="5263382"/>
              <a:ext cx="397866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0" i="0" u="none" strike="noStrike" cap="none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*</a:t>
              </a:r>
              <a:endParaRPr dirty="0"/>
            </a:p>
          </p:txBody>
        </p:sp>
        <p:pic>
          <p:nvPicPr>
            <p:cNvPr id="7" name="Google Shape;130;p5" descr="Shape  Description automatically generated with low confidence">
              <a:extLst>
                <a:ext uri="{FF2B5EF4-FFF2-40B4-BE49-F238E27FC236}">
                  <a16:creationId xmlns:a16="http://schemas.microsoft.com/office/drawing/2014/main" id="{8FDED6D3-FE26-F303-4E35-1E0271986A0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3520"/>
            <a:stretch>
              <a:fillRect/>
            </a:stretch>
          </p:blipFill>
          <p:spPr>
            <a:xfrm>
              <a:off x="8616214" y="4676471"/>
              <a:ext cx="2978883" cy="239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131;p5">
              <a:extLst>
                <a:ext uri="{FF2B5EF4-FFF2-40B4-BE49-F238E27FC236}">
                  <a16:creationId xmlns:a16="http://schemas.microsoft.com/office/drawing/2014/main" id="{0BACD3F9-E6DC-4386-1516-2D3B6CADB3EA}"/>
                </a:ext>
              </a:extLst>
            </p:cNvPr>
            <p:cNvSpPr txBox="1"/>
            <p:nvPr/>
          </p:nvSpPr>
          <p:spPr>
            <a:xfrm>
              <a:off x="10409140" y="5263382"/>
              <a:ext cx="397866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0" i="0" u="none" strike="noStrike" cap="none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*</a:t>
              </a:r>
              <a:endParaRPr dirty="0"/>
            </a:p>
          </p:txBody>
        </p:sp>
        <p:sp>
          <p:nvSpPr>
            <p:cNvPr id="12" name="Google Shape;132;p5">
              <a:extLst>
                <a:ext uri="{FF2B5EF4-FFF2-40B4-BE49-F238E27FC236}">
                  <a16:creationId xmlns:a16="http://schemas.microsoft.com/office/drawing/2014/main" id="{0F810A87-5671-A8A3-866D-8CC98B346EE7}"/>
                </a:ext>
              </a:extLst>
            </p:cNvPr>
            <p:cNvSpPr txBox="1"/>
            <p:nvPr/>
          </p:nvSpPr>
          <p:spPr>
            <a:xfrm>
              <a:off x="9796873" y="5186355"/>
              <a:ext cx="3978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+</a:t>
              </a:r>
              <a:endParaRPr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0878B20-B9BF-6BE6-F481-C0ECF855F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6951" y="5258123"/>
              <a:ext cx="636231" cy="63623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DC7FB57-231F-8B7E-5C2C-801197435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00279" y="5241006"/>
              <a:ext cx="653348" cy="65334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A735C77-2BB9-8128-769A-4157B7890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57869" y="5229710"/>
              <a:ext cx="664645" cy="66464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226642-D64D-EFCF-F7BE-DEA2EA29C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68973" y="5241006"/>
              <a:ext cx="664645" cy="6646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9501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1;p4">
            <a:extLst>
              <a:ext uri="{FF2B5EF4-FFF2-40B4-BE49-F238E27FC236}">
                <a16:creationId xmlns:a16="http://schemas.microsoft.com/office/drawing/2014/main" id="{78057415-0B5C-8FDB-B7FC-E8B08EF40315}"/>
              </a:ext>
            </a:extLst>
          </p:cNvPr>
          <p:cNvSpPr/>
          <p:nvPr/>
        </p:nvSpPr>
        <p:spPr>
          <a:xfrm>
            <a:off x="4527600" y="-17321"/>
            <a:ext cx="7664400" cy="6858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448103" y="2708803"/>
            <a:ext cx="3698803" cy="1440394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ill Sans"/>
              <a:buNone/>
            </a:pPr>
            <a:r>
              <a:rPr lang="en-US" sz="2400" dirty="0">
                <a:solidFill>
                  <a:schemeClr val="lt1"/>
                </a:solidFill>
              </a:rPr>
              <a:t>Your Response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3" name="Google Shape;138;p6">
            <a:extLst>
              <a:ext uri="{FF2B5EF4-FFF2-40B4-BE49-F238E27FC236}">
                <a16:creationId xmlns:a16="http://schemas.microsoft.com/office/drawing/2014/main" id="{04E133E2-F49D-522E-B70F-9225CE37924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08814" y="279266"/>
            <a:ext cx="6413981" cy="4194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-US" altLang="zh-CN" sz="6000" dirty="0">
                <a:solidFill>
                  <a:schemeClr val="dk1"/>
                </a:solidFill>
                <a:sym typeface="Arial"/>
              </a:rPr>
              <a:t>After the target image, two </a:t>
            </a:r>
            <a:r>
              <a:rPr lang="zh-CN" altLang="en-US" sz="6000" dirty="0">
                <a:solidFill>
                  <a:schemeClr val="dk1"/>
                </a:solidFill>
                <a:sym typeface="Arial"/>
              </a:rPr>
              <a:t>number</a:t>
            </a:r>
            <a:r>
              <a:rPr lang="en-US" altLang="zh-CN" sz="6000" dirty="0">
                <a:solidFill>
                  <a:schemeClr val="dk1"/>
                </a:solidFill>
                <a:sym typeface="Arial"/>
              </a:rPr>
              <a:t>s</a:t>
            </a:r>
            <a:r>
              <a:rPr lang="zh-CN" altLang="en-US" sz="6000" dirty="0">
                <a:solidFill>
                  <a:schemeClr val="dk1"/>
                </a:solidFill>
                <a:sym typeface="Arial"/>
              </a:rPr>
              <a:t> then appears at </a:t>
            </a:r>
            <a:r>
              <a:rPr lang="en-US" altLang="zh-CN" sz="6000" dirty="0">
                <a:solidFill>
                  <a:schemeClr val="dk1"/>
                </a:solidFill>
                <a:sym typeface="Arial"/>
              </a:rPr>
              <a:t>each side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lang="en-US" altLang="zh-CN" sz="300" dirty="0">
              <a:solidFill>
                <a:schemeClr val="dk1"/>
              </a:solidFill>
              <a:sym typeface="Arial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-US" altLang="zh-CN" sz="6000" dirty="0">
                <a:solidFill>
                  <a:schemeClr val="dk1"/>
                </a:solidFill>
                <a:sym typeface="Arial"/>
              </a:rPr>
              <a:t>Report the number at </a:t>
            </a:r>
            <a:r>
              <a:rPr lang="zh-CN" altLang="en-US" sz="6000" dirty="0">
                <a:solidFill>
                  <a:schemeClr val="dk1"/>
                </a:solidFill>
                <a:sym typeface="Arial"/>
              </a:rPr>
              <a:t>the location indicated by the image.</a:t>
            </a:r>
            <a:endParaRPr lang="en-US" altLang="zh-CN" sz="6000" dirty="0">
              <a:solidFill>
                <a:schemeClr val="dk1"/>
              </a:solidFill>
              <a:sym typeface="Arial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lang="en-US" altLang="zh-CN" sz="500" dirty="0">
              <a:solidFill>
                <a:schemeClr val="dk1"/>
              </a:solidFill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zh-CN" altLang="en-US" sz="6000" dirty="0">
                <a:solidFill>
                  <a:schemeClr val="dk1"/>
                </a:solidFill>
                <a:sym typeface="Arial"/>
              </a:rPr>
              <a:t>Press </a:t>
            </a:r>
            <a:r>
              <a:rPr lang="en-US" altLang="zh-CN" sz="6000" b="1" dirty="0">
                <a:solidFill>
                  <a:schemeClr val="dk1"/>
                </a:solidFill>
                <a:sym typeface="Arial"/>
              </a:rPr>
              <a:t>Z</a:t>
            </a:r>
            <a:r>
              <a:rPr lang="zh-CN" altLang="en-US" sz="6000" dirty="0">
                <a:solidFill>
                  <a:schemeClr val="dk1"/>
                </a:solidFill>
                <a:sym typeface="Arial"/>
              </a:rPr>
              <a:t> if the number is </a:t>
            </a:r>
            <a:r>
              <a:rPr lang="zh-CN" altLang="en-US" sz="6000" b="1" dirty="0">
                <a:solidFill>
                  <a:schemeClr val="dk1"/>
                </a:solidFill>
                <a:sym typeface="Arial"/>
              </a:rPr>
              <a:t>ODD</a:t>
            </a:r>
            <a:r>
              <a:rPr lang="zh-CN" altLang="en-US" sz="6000" dirty="0">
                <a:solidFill>
                  <a:schemeClr val="dk1"/>
                </a:solidFill>
                <a:sym typeface="Arial"/>
              </a:rPr>
              <a:t>.</a:t>
            </a:r>
            <a:endParaRPr lang="en-US" altLang="zh-CN" sz="6000" dirty="0">
              <a:solidFill>
                <a:schemeClr val="dk1"/>
              </a:solidFill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zh-CN" altLang="en-US" sz="6000" dirty="0">
                <a:solidFill>
                  <a:schemeClr val="dk1"/>
                </a:solidFill>
                <a:sym typeface="Arial"/>
              </a:rPr>
              <a:t>Press </a:t>
            </a:r>
            <a:r>
              <a:rPr lang="en-US" altLang="zh-CN" sz="6000" b="1" dirty="0">
                <a:solidFill>
                  <a:schemeClr val="dk1"/>
                </a:solidFill>
                <a:sym typeface="Arial"/>
              </a:rPr>
              <a:t>M</a:t>
            </a:r>
            <a:r>
              <a:rPr lang="zh-CN" altLang="en-US" sz="6000" dirty="0">
                <a:solidFill>
                  <a:schemeClr val="dk1"/>
                </a:solidFill>
                <a:sym typeface="Arial"/>
              </a:rPr>
              <a:t> if the number is </a:t>
            </a:r>
            <a:r>
              <a:rPr lang="zh-CN" altLang="en-US" sz="6000" b="1" dirty="0">
                <a:solidFill>
                  <a:schemeClr val="dk1"/>
                </a:solidFill>
                <a:sym typeface="Arial"/>
              </a:rPr>
              <a:t>EVEN</a:t>
            </a:r>
            <a:r>
              <a:rPr lang="zh-CN" altLang="en-US" sz="6000" dirty="0">
                <a:solidFill>
                  <a:schemeClr val="dk1"/>
                </a:solidFill>
                <a:sym typeface="Arial"/>
              </a:rPr>
              <a:t>.</a:t>
            </a:r>
            <a:endParaRPr lang="en-US" altLang="zh-CN" sz="6000" dirty="0">
              <a:solidFill>
                <a:schemeClr val="dk1"/>
              </a:solidFill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lang="en-US" sz="500" dirty="0">
              <a:solidFill>
                <a:schemeClr val="dk1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-US" sz="6000" dirty="0">
                <a:solidFill>
                  <a:schemeClr val="dk1"/>
                </a:solidFill>
              </a:rPr>
              <a:t>Respond as quickly as you can while still being accurate.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C810B0-4ED3-AF93-B611-CDE177AB8A28}"/>
              </a:ext>
            </a:extLst>
          </p:cNvPr>
          <p:cNvGrpSpPr/>
          <p:nvPr/>
        </p:nvGrpSpPr>
        <p:grpSpPr>
          <a:xfrm>
            <a:off x="7004647" y="4343400"/>
            <a:ext cx="2985603" cy="2497281"/>
            <a:chOff x="6465493" y="3850708"/>
            <a:chExt cx="3467493" cy="2989973"/>
          </a:xfrm>
        </p:grpSpPr>
        <p:pic>
          <p:nvPicPr>
            <p:cNvPr id="5" name="Google Shape;139;p6" descr="Shape  Description automatically generated with low confidence">
              <a:extLst>
                <a:ext uri="{FF2B5EF4-FFF2-40B4-BE49-F238E27FC236}">
                  <a16:creationId xmlns:a16="http://schemas.microsoft.com/office/drawing/2014/main" id="{953565C7-19EA-8352-31CE-66256A0A8F1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3771"/>
            <a:stretch>
              <a:fillRect/>
            </a:stretch>
          </p:blipFill>
          <p:spPr>
            <a:xfrm>
              <a:off x="6465493" y="3850708"/>
              <a:ext cx="3467493" cy="29899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132;p5">
              <a:extLst>
                <a:ext uri="{FF2B5EF4-FFF2-40B4-BE49-F238E27FC236}">
                  <a16:creationId xmlns:a16="http://schemas.microsoft.com/office/drawing/2014/main" id="{840647C9-B89C-4905-D742-1FA767A9FEB9}"/>
                </a:ext>
              </a:extLst>
            </p:cNvPr>
            <p:cNvSpPr txBox="1"/>
            <p:nvPr/>
          </p:nvSpPr>
          <p:spPr>
            <a:xfrm>
              <a:off x="7940338" y="4596513"/>
              <a:ext cx="328154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+</a:t>
              </a:r>
              <a:endParaRPr sz="11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68B02DF-178A-8B04-5AE4-E603EBA06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9059" y="4506579"/>
              <a:ext cx="838406" cy="83840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A6239F-7623-4BD1-10EC-ACEAF33A5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0848" y="4522144"/>
              <a:ext cx="838406" cy="838406"/>
            </a:xfrm>
            <a:prstGeom prst="rect">
              <a:avLst/>
            </a:prstGeom>
          </p:spPr>
        </p:pic>
        <p:sp>
          <p:nvSpPr>
            <p:cNvPr id="10" name="Google Shape;132;p5">
              <a:extLst>
                <a:ext uri="{FF2B5EF4-FFF2-40B4-BE49-F238E27FC236}">
                  <a16:creationId xmlns:a16="http://schemas.microsoft.com/office/drawing/2014/main" id="{2B24F888-8F6B-047F-6C58-136EFC803063}"/>
                </a:ext>
              </a:extLst>
            </p:cNvPr>
            <p:cNvSpPr txBox="1"/>
            <p:nvPr/>
          </p:nvSpPr>
          <p:spPr>
            <a:xfrm>
              <a:off x="8708139" y="4576382"/>
              <a:ext cx="328154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1" dirty="0">
                  <a:solidFill>
                    <a:schemeClr val="bg1"/>
                  </a:solidFill>
                  <a:latin typeface="Arial" panose="020B0604020202020204" pitchFamily="34" charset="0"/>
                  <a:ea typeface="Gill Sans"/>
                  <a:cs typeface="Arial" panose="020B0604020202020204" pitchFamily="34" charset="0"/>
                  <a:sym typeface="Gill Sans"/>
                </a:rPr>
                <a:t>5</a:t>
              </a:r>
              <a:endParaRPr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Google Shape;132;p5">
              <a:extLst>
                <a:ext uri="{FF2B5EF4-FFF2-40B4-BE49-F238E27FC236}">
                  <a16:creationId xmlns:a16="http://schemas.microsoft.com/office/drawing/2014/main" id="{997534E5-B312-EFFE-1100-40CE6B583AD1}"/>
                </a:ext>
              </a:extLst>
            </p:cNvPr>
            <p:cNvSpPr txBox="1"/>
            <p:nvPr/>
          </p:nvSpPr>
          <p:spPr>
            <a:xfrm>
              <a:off x="7228983" y="4576382"/>
              <a:ext cx="328154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1" dirty="0">
                  <a:solidFill>
                    <a:schemeClr val="bg1"/>
                  </a:solidFill>
                  <a:latin typeface="Arial" panose="020B0604020202020204" pitchFamily="34" charset="0"/>
                  <a:ea typeface="Gill Sans"/>
                  <a:cs typeface="Arial" panose="020B0604020202020204" pitchFamily="34" charset="0"/>
                  <a:sym typeface="Gill Sans"/>
                </a:rPr>
                <a:t>4</a:t>
              </a:r>
              <a:endParaRPr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492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0;p8" descr="Shape  Description automatically generated with low confidence">
            <a:extLst>
              <a:ext uri="{FF2B5EF4-FFF2-40B4-BE49-F238E27FC236}">
                <a16:creationId xmlns:a16="http://schemas.microsoft.com/office/drawing/2014/main" id="{51C7EC67-A259-4D58-053A-C9E46CF6E3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8192"/>
          <a:stretch>
            <a:fillRect/>
          </a:stretch>
        </p:blipFill>
        <p:spPr>
          <a:xfrm>
            <a:off x="-90534" y="470773"/>
            <a:ext cx="2244668" cy="18363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166;p8">
            <a:extLst>
              <a:ext uri="{FF2B5EF4-FFF2-40B4-BE49-F238E27FC236}">
                <a16:creationId xmlns:a16="http://schemas.microsoft.com/office/drawing/2014/main" id="{7704EEEF-9A10-2784-7953-7CC58DA41B00}"/>
              </a:ext>
            </a:extLst>
          </p:cNvPr>
          <p:cNvGrpSpPr/>
          <p:nvPr/>
        </p:nvGrpSpPr>
        <p:grpSpPr>
          <a:xfrm>
            <a:off x="4005645" y="2108652"/>
            <a:ext cx="2244677" cy="1927851"/>
            <a:chOff x="6747660" y="2936939"/>
            <a:chExt cx="4203442" cy="3610145"/>
          </a:xfrm>
        </p:grpSpPr>
        <p:pic>
          <p:nvPicPr>
            <p:cNvPr id="4" name="Google Shape;167;p8" descr="Shape  Description automatically generated with low confidence">
              <a:extLst>
                <a:ext uri="{FF2B5EF4-FFF2-40B4-BE49-F238E27FC236}">
                  <a16:creationId xmlns:a16="http://schemas.microsoft.com/office/drawing/2014/main" id="{ABCBBD27-F856-D7B3-D797-90C413D755B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14114"/>
            <a:stretch>
              <a:fillRect/>
            </a:stretch>
          </p:blipFill>
          <p:spPr>
            <a:xfrm>
              <a:off x="6747660" y="2936939"/>
              <a:ext cx="4203442" cy="36101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68;p8">
              <a:extLst>
                <a:ext uri="{FF2B5EF4-FFF2-40B4-BE49-F238E27FC236}">
                  <a16:creationId xmlns:a16="http://schemas.microsoft.com/office/drawing/2014/main" id="{2C8E5AA4-8EB0-DDAA-D216-B9BF0965A6FD}"/>
                </a:ext>
              </a:extLst>
            </p:cNvPr>
            <p:cNvSpPr txBox="1"/>
            <p:nvPr/>
          </p:nvSpPr>
          <p:spPr>
            <a:xfrm>
              <a:off x="7643292" y="3794495"/>
              <a:ext cx="657901" cy="979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</a:rPr>
                <a:t>4</a:t>
              </a:r>
              <a:endParaRPr dirty="0"/>
            </a:p>
          </p:txBody>
        </p:sp>
        <p:sp>
          <p:nvSpPr>
            <p:cNvPr id="6" name="Google Shape;169;p8">
              <a:extLst>
                <a:ext uri="{FF2B5EF4-FFF2-40B4-BE49-F238E27FC236}">
                  <a16:creationId xmlns:a16="http://schemas.microsoft.com/office/drawing/2014/main" id="{77680990-CA34-0770-0F40-B83320BC7999}"/>
                </a:ext>
              </a:extLst>
            </p:cNvPr>
            <p:cNvSpPr txBox="1"/>
            <p:nvPr/>
          </p:nvSpPr>
          <p:spPr>
            <a:xfrm>
              <a:off x="9245716" y="3794432"/>
              <a:ext cx="657901" cy="979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>
                  <a:solidFill>
                    <a:schemeClr val="dk1"/>
                  </a:solidFill>
                </a:rPr>
                <a:t>7</a:t>
              </a:r>
              <a:endParaRPr dirty="0"/>
            </a:p>
          </p:txBody>
        </p:sp>
      </p:grpSp>
      <p:sp>
        <p:nvSpPr>
          <p:cNvPr id="7" name="Google Shape;173;p8">
            <a:extLst>
              <a:ext uri="{FF2B5EF4-FFF2-40B4-BE49-F238E27FC236}">
                <a16:creationId xmlns:a16="http://schemas.microsoft.com/office/drawing/2014/main" id="{77D9B750-4C94-2F36-064B-49F3F4851EAD}"/>
              </a:ext>
            </a:extLst>
          </p:cNvPr>
          <p:cNvSpPr txBox="1"/>
          <p:nvPr/>
        </p:nvSpPr>
        <p:spPr>
          <a:xfrm>
            <a:off x="315900" y="885261"/>
            <a:ext cx="36291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*</a:t>
            </a:r>
            <a:endParaRPr dirty="0"/>
          </a:p>
        </p:txBody>
      </p:sp>
      <p:sp>
        <p:nvSpPr>
          <p:cNvPr id="8" name="Google Shape;176;p8">
            <a:extLst>
              <a:ext uri="{FF2B5EF4-FFF2-40B4-BE49-F238E27FC236}">
                <a16:creationId xmlns:a16="http://schemas.microsoft.com/office/drawing/2014/main" id="{E43205EF-2205-E65F-0B76-D9024F2FD3B0}"/>
              </a:ext>
            </a:extLst>
          </p:cNvPr>
          <p:cNvSpPr txBox="1"/>
          <p:nvPr/>
        </p:nvSpPr>
        <p:spPr>
          <a:xfrm>
            <a:off x="827984" y="952694"/>
            <a:ext cx="36291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sz="100" dirty="0"/>
          </a:p>
        </p:txBody>
      </p:sp>
      <p:grpSp>
        <p:nvGrpSpPr>
          <p:cNvPr id="9" name="Google Shape;161;p8">
            <a:extLst>
              <a:ext uri="{FF2B5EF4-FFF2-40B4-BE49-F238E27FC236}">
                <a16:creationId xmlns:a16="http://schemas.microsoft.com/office/drawing/2014/main" id="{8839C096-6D62-5D95-956B-93B0B4FD3B34}"/>
              </a:ext>
            </a:extLst>
          </p:cNvPr>
          <p:cNvGrpSpPr/>
          <p:nvPr/>
        </p:nvGrpSpPr>
        <p:grpSpPr>
          <a:xfrm>
            <a:off x="1970094" y="1264657"/>
            <a:ext cx="2244518" cy="1977962"/>
            <a:chOff x="6747672" y="398712"/>
            <a:chExt cx="4203425" cy="3605067"/>
          </a:xfrm>
        </p:grpSpPr>
        <p:pic>
          <p:nvPicPr>
            <p:cNvPr id="10" name="Google Shape;162;p8" descr="Shape  Description automatically generated with low confidence">
              <a:extLst>
                <a:ext uri="{FF2B5EF4-FFF2-40B4-BE49-F238E27FC236}">
                  <a16:creationId xmlns:a16="http://schemas.microsoft.com/office/drawing/2014/main" id="{3BF099A7-4E11-EEC7-BA12-1B70F85A7F0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14235"/>
            <a:stretch>
              <a:fillRect/>
            </a:stretch>
          </p:blipFill>
          <p:spPr>
            <a:xfrm>
              <a:off x="6747672" y="398712"/>
              <a:ext cx="4203425" cy="3605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63;p8">
              <a:extLst>
                <a:ext uri="{FF2B5EF4-FFF2-40B4-BE49-F238E27FC236}">
                  <a16:creationId xmlns:a16="http://schemas.microsoft.com/office/drawing/2014/main" id="{4C24057E-2920-E344-DEC3-5E084BC1F689}"/>
                </a:ext>
              </a:extLst>
            </p:cNvPr>
            <p:cNvSpPr txBox="1"/>
            <p:nvPr/>
          </p:nvSpPr>
          <p:spPr>
            <a:xfrm>
              <a:off x="7650574" y="1210380"/>
              <a:ext cx="657900" cy="953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>
                  <a:solidFill>
                    <a:schemeClr val="dk1"/>
                  </a:solidFill>
                </a:rPr>
                <a:t>1</a:t>
              </a:r>
              <a:endParaRPr dirty="0"/>
            </a:p>
          </p:txBody>
        </p:sp>
        <p:sp>
          <p:nvSpPr>
            <p:cNvPr id="12" name="Google Shape;164;p8">
              <a:extLst>
                <a:ext uri="{FF2B5EF4-FFF2-40B4-BE49-F238E27FC236}">
                  <a16:creationId xmlns:a16="http://schemas.microsoft.com/office/drawing/2014/main" id="{5ED1405E-5EDC-551C-B6BB-A06F714E8CF7}"/>
                </a:ext>
              </a:extLst>
            </p:cNvPr>
            <p:cNvSpPr txBox="1"/>
            <p:nvPr/>
          </p:nvSpPr>
          <p:spPr>
            <a:xfrm>
              <a:off x="9200082" y="1210380"/>
              <a:ext cx="657900" cy="953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>
                  <a:solidFill>
                    <a:schemeClr val="dk1"/>
                  </a:solidFill>
                </a:rPr>
                <a:t>6</a:t>
              </a:r>
              <a:endParaRPr dirty="0"/>
            </a:p>
          </p:txBody>
        </p:sp>
      </p:grpSp>
      <p:sp>
        <p:nvSpPr>
          <p:cNvPr id="13" name="Google Shape;176;p8">
            <a:extLst>
              <a:ext uri="{FF2B5EF4-FFF2-40B4-BE49-F238E27FC236}">
                <a16:creationId xmlns:a16="http://schemas.microsoft.com/office/drawing/2014/main" id="{FB164F4E-5C34-6F15-B27E-3DEC71AEE068}"/>
              </a:ext>
            </a:extLst>
          </p:cNvPr>
          <p:cNvSpPr txBox="1"/>
          <p:nvPr/>
        </p:nvSpPr>
        <p:spPr>
          <a:xfrm>
            <a:off x="2878315" y="1822163"/>
            <a:ext cx="36291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sz="100" dirty="0"/>
          </a:p>
        </p:txBody>
      </p:sp>
      <p:sp>
        <p:nvSpPr>
          <p:cNvPr id="14" name="Google Shape;176;p8">
            <a:extLst>
              <a:ext uri="{FF2B5EF4-FFF2-40B4-BE49-F238E27FC236}">
                <a16:creationId xmlns:a16="http://schemas.microsoft.com/office/drawing/2014/main" id="{627D142C-0D23-098C-8F93-CF28428B8336}"/>
              </a:ext>
            </a:extLst>
          </p:cNvPr>
          <p:cNvSpPr txBox="1"/>
          <p:nvPr/>
        </p:nvSpPr>
        <p:spPr>
          <a:xfrm>
            <a:off x="4920833" y="2612402"/>
            <a:ext cx="36291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sz="100" dirty="0"/>
          </a:p>
        </p:txBody>
      </p:sp>
      <p:grpSp>
        <p:nvGrpSpPr>
          <p:cNvPr id="15" name="Google Shape;166;p8">
            <a:extLst>
              <a:ext uri="{FF2B5EF4-FFF2-40B4-BE49-F238E27FC236}">
                <a16:creationId xmlns:a16="http://schemas.microsoft.com/office/drawing/2014/main" id="{4F981072-E83C-7BD2-0F86-4FC95C7130A4}"/>
              </a:ext>
            </a:extLst>
          </p:cNvPr>
          <p:cNvGrpSpPr/>
          <p:nvPr/>
        </p:nvGrpSpPr>
        <p:grpSpPr>
          <a:xfrm>
            <a:off x="6086461" y="2898892"/>
            <a:ext cx="2244677" cy="1921646"/>
            <a:chOff x="6747660" y="2936941"/>
            <a:chExt cx="4203442" cy="3598526"/>
          </a:xfrm>
        </p:grpSpPr>
        <p:pic>
          <p:nvPicPr>
            <p:cNvPr id="16" name="Google Shape;167;p8" descr="Shape  Description automatically generated with low confidence">
              <a:extLst>
                <a:ext uri="{FF2B5EF4-FFF2-40B4-BE49-F238E27FC236}">
                  <a16:creationId xmlns:a16="http://schemas.microsoft.com/office/drawing/2014/main" id="{94A92B80-F5B8-DF60-DBDB-3C86A87769B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14391"/>
            <a:stretch>
              <a:fillRect/>
            </a:stretch>
          </p:blipFill>
          <p:spPr>
            <a:xfrm>
              <a:off x="6747660" y="2936941"/>
              <a:ext cx="4203442" cy="3598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68;p8">
              <a:extLst>
                <a:ext uri="{FF2B5EF4-FFF2-40B4-BE49-F238E27FC236}">
                  <a16:creationId xmlns:a16="http://schemas.microsoft.com/office/drawing/2014/main" id="{1FA4FA04-B689-E9BF-9840-9B376B6BC5BF}"/>
                </a:ext>
              </a:extLst>
            </p:cNvPr>
            <p:cNvSpPr txBox="1"/>
            <p:nvPr/>
          </p:nvSpPr>
          <p:spPr>
            <a:xfrm>
              <a:off x="7507669" y="3726684"/>
              <a:ext cx="1973703" cy="893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</a:rPr>
                <a:t>ANI.</a:t>
              </a:r>
              <a:endParaRPr dirty="0"/>
            </a:p>
          </p:txBody>
        </p:sp>
        <p:sp>
          <p:nvSpPr>
            <p:cNvPr id="18" name="Google Shape;169;p8">
              <a:extLst>
                <a:ext uri="{FF2B5EF4-FFF2-40B4-BE49-F238E27FC236}">
                  <a16:creationId xmlns:a16="http://schemas.microsoft.com/office/drawing/2014/main" id="{201E75D4-17EA-4D1B-5E94-8B3F176C0C65}"/>
                </a:ext>
              </a:extLst>
            </p:cNvPr>
            <p:cNvSpPr txBox="1"/>
            <p:nvPr/>
          </p:nvSpPr>
          <p:spPr>
            <a:xfrm>
              <a:off x="9245716" y="3726614"/>
              <a:ext cx="657901" cy="979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>
                  <a:solidFill>
                    <a:schemeClr val="dk1"/>
                  </a:solidFill>
                </a:rPr>
                <a:t>2</a:t>
              </a:r>
              <a:endParaRPr dirty="0"/>
            </a:p>
          </p:txBody>
        </p:sp>
      </p:grpSp>
      <p:sp>
        <p:nvSpPr>
          <p:cNvPr id="19" name="Google Shape;176;p8">
            <a:extLst>
              <a:ext uri="{FF2B5EF4-FFF2-40B4-BE49-F238E27FC236}">
                <a16:creationId xmlns:a16="http://schemas.microsoft.com/office/drawing/2014/main" id="{7E64E45E-904D-DC95-4956-CF52EA6C7450}"/>
              </a:ext>
            </a:extLst>
          </p:cNvPr>
          <p:cNvSpPr txBox="1"/>
          <p:nvPr/>
        </p:nvSpPr>
        <p:spPr>
          <a:xfrm>
            <a:off x="6973350" y="3373445"/>
            <a:ext cx="36291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sz="100" dirty="0"/>
          </a:p>
        </p:txBody>
      </p:sp>
      <p:grpSp>
        <p:nvGrpSpPr>
          <p:cNvPr id="20" name="Google Shape;166;p8">
            <a:extLst>
              <a:ext uri="{FF2B5EF4-FFF2-40B4-BE49-F238E27FC236}">
                <a16:creationId xmlns:a16="http://schemas.microsoft.com/office/drawing/2014/main" id="{487F79CE-B404-0CF8-3EAE-5D58F67ACBD8}"/>
              </a:ext>
            </a:extLst>
          </p:cNvPr>
          <p:cNvGrpSpPr/>
          <p:nvPr/>
        </p:nvGrpSpPr>
        <p:grpSpPr>
          <a:xfrm>
            <a:off x="10131634" y="4455999"/>
            <a:ext cx="2244677" cy="1921646"/>
            <a:chOff x="6747660" y="2936941"/>
            <a:chExt cx="4203442" cy="3598526"/>
          </a:xfrm>
        </p:grpSpPr>
        <p:pic>
          <p:nvPicPr>
            <p:cNvPr id="21" name="Google Shape;167;p8" descr="Shape  Description automatically generated with low confidence">
              <a:extLst>
                <a:ext uri="{FF2B5EF4-FFF2-40B4-BE49-F238E27FC236}">
                  <a16:creationId xmlns:a16="http://schemas.microsoft.com/office/drawing/2014/main" id="{66789C6B-7678-2816-A142-A7C76AA6378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14391"/>
            <a:stretch>
              <a:fillRect/>
            </a:stretch>
          </p:blipFill>
          <p:spPr>
            <a:xfrm>
              <a:off x="6747660" y="2936941"/>
              <a:ext cx="4203442" cy="3598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168;p8">
              <a:extLst>
                <a:ext uri="{FF2B5EF4-FFF2-40B4-BE49-F238E27FC236}">
                  <a16:creationId xmlns:a16="http://schemas.microsoft.com/office/drawing/2014/main" id="{73A66C6F-09BC-9391-95A5-57F915FBA7EE}"/>
                </a:ext>
              </a:extLst>
            </p:cNvPr>
            <p:cNvSpPr txBox="1"/>
            <p:nvPr/>
          </p:nvSpPr>
          <p:spPr>
            <a:xfrm>
              <a:off x="7643292" y="3794495"/>
              <a:ext cx="657901" cy="979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Google Shape;169;p8">
              <a:extLst>
                <a:ext uri="{FF2B5EF4-FFF2-40B4-BE49-F238E27FC236}">
                  <a16:creationId xmlns:a16="http://schemas.microsoft.com/office/drawing/2014/main" id="{B2F28E0C-E8A3-0C6A-FA2E-A54855FA12D1}"/>
                </a:ext>
              </a:extLst>
            </p:cNvPr>
            <p:cNvSpPr txBox="1"/>
            <p:nvPr/>
          </p:nvSpPr>
          <p:spPr>
            <a:xfrm>
              <a:off x="9245716" y="3794432"/>
              <a:ext cx="657901" cy="979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Google Shape;177;p8">
            <a:extLst>
              <a:ext uri="{FF2B5EF4-FFF2-40B4-BE49-F238E27FC236}">
                <a16:creationId xmlns:a16="http://schemas.microsoft.com/office/drawing/2014/main" id="{42009B47-19DD-9DD7-DF10-73EC385822EF}"/>
              </a:ext>
            </a:extLst>
          </p:cNvPr>
          <p:cNvSpPr txBox="1"/>
          <p:nvPr/>
        </p:nvSpPr>
        <p:spPr>
          <a:xfrm>
            <a:off x="11045447" y="4950218"/>
            <a:ext cx="36291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bg1"/>
                </a:solidFill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+</a:t>
            </a:r>
            <a:endParaRPr sz="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oogle Shape;161;p8">
            <a:extLst>
              <a:ext uri="{FF2B5EF4-FFF2-40B4-BE49-F238E27FC236}">
                <a16:creationId xmlns:a16="http://schemas.microsoft.com/office/drawing/2014/main" id="{D1B5F3AD-7EE5-EDBD-1FE7-C7C8840E7D07}"/>
              </a:ext>
            </a:extLst>
          </p:cNvPr>
          <p:cNvGrpSpPr/>
          <p:nvPr/>
        </p:nvGrpSpPr>
        <p:grpSpPr>
          <a:xfrm>
            <a:off x="8123873" y="3747252"/>
            <a:ext cx="2244518" cy="1921646"/>
            <a:chOff x="6747672" y="443871"/>
            <a:chExt cx="4203425" cy="3502425"/>
          </a:xfrm>
        </p:grpSpPr>
        <p:pic>
          <p:nvPicPr>
            <p:cNvPr id="26" name="Google Shape;162;p8" descr="Shape  Description automatically generated with low confidence">
              <a:extLst>
                <a:ext uri="{FF2B5EF4-FFF2-40B4-BE49-F238E27FC236}">
                  <a16:creationId xmlns:a16="http://schemas.microsoft.com/office/drawing/2014/main" id="{C546C519-D198-C738-5572-EAD2643602B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16677"/>
            <a:stretch>
              <a:fillRect/>
            </a:stretch>
          </p:blipFill>
          <p:spPr>
            <a:xfrm>
              <a:off x="6747672" y="443871"/>
              <a:ext cx="4203425" cy="3502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163;p8">
              <a:extLst>
                <a:ext uri="{FF2B5EF4-FFF2-40B4-BE49-F238E27FC236}">
                  <a16:creationId xmlns:a16="http://schemas.microsoft.com/office/drawing/2014/main" id="{64956E60-AC32-C2CE-8418-4DA8EC1EC184}"/>
                </a:ext>
              </a:extLst>
            </p:cNvPr>
            <p:cNvSpPr txBox="1"/>
            <p:nvPr/>
          </p:nvSpPr>
          <p:spPr>
            <a:xfrm>
              <a:off x="7599712" y="1292882"/>
              <a:ext cx="657900" cy="953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Google Shape;164;p8">
              <a:extLst>
                <a:ext uri="{FF2B5EF4-FFF2-40B4-BE49-F238E27FC236}">
                  <a16:creationId xmlns:a16="http://schemas.microsoft.com/office/drawing/2014/main" id="{51DF177C-1718-A760-C874-12BBF80EC27C}"/>
                </a:ext>
              </a:extLst>
            </p:cNvPr>
            <p:cNvSpPr txBox="1"/>
            <p:nvPr/>
          </p:nvSpPr>
          <p:spPr>
            <a:xfrm>
              <a:off x="9217036" y="1309384"/>
              <a:ext cx="657900" cy="953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Google Shape;175;p8">
            <a:extLst>
              <a:ext uri="{FF2B5EF4-FFF2-40B4-BE49-F238E27FC236}">
                <a16:creationId xmlns:a16="http://schemas.microsoft.com/office/drawing/2014/main" id="{8CAD01F2-CBF2-F653-0285-97E09370C513}"/>
              </a:ext>
            </a:extLst>
          </p:cNvPr>
          <p:cNvSpPr txBox="1"/>
          <p:nvPr/>
        </p:nvSpPr>
        <p:spPr>
          <a:xfrm>
            <a:off x="8941686" y="4274551"/>
            <a:ext cx="532605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bg1"/>
                </a:solidFill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 +</a:t>
            </a:r>
            <a:endParaRPr sz="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Google Shape;171;p8">
            <a:extLst>
              <a:ext uri="{FF2B5EF4-FFF2-40B4-BE49-F238E27FC236}">
                <a16:creationId xmlns:a16="http://schemas.microsoft.com/office/drawing/2014/main" id="{6BFEDA02-BA5A-4AB6-E747-D194D957ED4E}"/>
              </a:ext>
            </a:extLst>
          </p:cNvPr>
          <p:cNvCxnSpPr>
            <a:cxnSpLocks/>
          </p:cNvCxnSpPr>
          <p:nvPr/>
        </p:nvCxnSpPr>
        <p:spPr>
          <a:xfrm>
            <a:off x="162962" y="2772149"/>
            <a:ext cx="9812091" cy="3928526"/>
          </a:xfrm>
          <a:prstGeom prst="straightConnector1">
            <a:avLst/>
          </a:prstGeom>
          <a:noFill/>
          <a:ln w="571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" name="Google Shape;172;p8">
            <a:extLst>
              <a:ext uri="{FF2B5EF4-FFF2-40B4-BE49-F238E27FC236}">
                <a16:creationId xmlns:a16="http://schemas.microsoft.com/office/drawing/2014/main" id="{098E1628-DFCB-8CE2-E1E0-21D42635F753}"/>
              </a:ext>
            </a:extLst>
          </p:cNvPr>
          <p:cNvSpPr txBox="1"/>
          <p:nvPr/>
        </p:nvSpPr>
        <p:spPr>
          <a:xfrm>
            <a:off x="3630917" y="4707644"/>
            <a:ext cx="103869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+mj-lt"/>
                <a:sym typeface="Gill Sans"/>
              </a:rPr>
              <a:t>Time</a:t>
            </a:r>
            <a:endParaRPr sz="2000" b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B68BDFB-312E-DC1A-8456-F59908F7B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350" y="2527245"/>
            <a:ext cx="616550" cy="6165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80BA5F7-7EC0-9C31-658C-0A0070E33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271" y="3273900"/>
            <a:ext cx="616549" cy="61654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DCCD79F-98E1-3E45-FA9D-94B08E041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9963" y="4837470"/>
            <a:ext cx="616550" cy="61655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9F9FC25-750F-0663-9A0A-84A2ED24B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297" y="4845188"/>
            <a:ext cx="616550" cy="61655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27A0ECD-9910-E707-C20D-3E4D06BB53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8934" y="4119702"/>
            <a:ext cx="616550" cy="6165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197F6C9-A19C-57A5-AD1B-BC3FAD376D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4775" y="4130719"/>
            <a:ext cx="616550" cy="61655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904C506-C830-47A4-CFCC-671EAEE660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1211" y="2527245"/>
            <a:ext cx="616550" cy="61655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337CBA1-A722-B714-AA22-2C89B7FB7A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2716" y="1672378"/>
            <a:ext cx="616550" cy="6165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646825C-7F5D-EF0A-E15A-EEE59D817E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5625" y="1690541"/>
            <a:ext cx="616550" cy="616550"/>
          </a:xfrm>
          <a:prstGeom prst="rect">
            <a:avLst/>
          </a:prstGeom>
        </p:spPr>
      </p:pic>
      <p:sp>
        <p:nvSpPr>
          <p:cNvPr id="52" name="Google Shape;169;p8">
            <a:extLst>
              <a:ext uri="{FF2B5EF4-FFF2-40B4-BE49-F238E27FC236}">
                <a16:creationId xmlns:a16="http://schemas.microsoft.com/office/drawing/2014/main" id="{59727775-AC80-89DA-4595-86BA1A35CF28}"/>
              </a:ext>
            </a:extLst>
          </p:cNvPr>
          <p:cNvSpPr txBox="1"/>
          <p:nvPr/>
        </p:nvSpPr>
        <p:spPr>
          <a:xfrm>
            <a:off x="9531177" y="4181841"/>
            <a:ext cx="35132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Google Shape;169;p8">
            <a:extLst>
              <a:ext uri="{FF2B5EF4-FFF2-40B4-BE49-F238E27FC236}">
                <a16:creationId xmlns:a16="http://schemas.microsoft.com/office/drawing/2014/main" id="{16FE2B9E-8EBC-6203-7C16-43AD487B5CE6}"/>
              </a:ext>
            </a:extLst>
          </p:cNvPr>
          <p:cNvSpPr txBox="1"/>
          <p:nvPr/>
        </p:nvSpPr>
        <p:spPr>
          <a:xfrm>
            <a:off x="8527218" y="4166387"/>
            <a:ext cx="35132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Google Shape;169;p8">
            <a:extLst>
              <a:ext uri="{FF2B5EF4-FFF2-40B4-BE49-F238E27FC236}">
                <a16:creationId xmlns:a16="http://schemas.microsoft.com/office/drawing/2014/main" id="{9E569459-E3AB-2BA0-87CF-77BCC8AE5EC6}"/>
              </a:ext>
            </a:extLst>
          </p:cNvPr>
          <p:cNvSpPr txBox="1"/>
          <p:nvPr/>
        </p:nvSpPr>
        <p:spPr>
          <a:xfrm>
            <a:off x="10578323" y="4902890"/>
            <a:ext cx="35132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Google Shape;169;p8">
            <a:extLst>
              <a:ext uri="{FF2B5EF4-FFF2-40B4-BE49-F238E27FC236}">
                <a16:creationId xmlns:a16="http://schemas.microsoft.com/office/drawing/2014/main" id="{4FA6782D-1C3E-9A09-FAFF-10CBAE31A32F}"/>
              </a:ext>
            </a:extLst>
          </p:cNvPr>
          <p:cNvSpPr txBox="1"/>
          <p:nvPr/>
        </p:nvSpPr>
        <p:spPr>
          <a:xfrm>
            <a:off x="11489855" y="4895140"/>
            <a:ext cx="35132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CD84D6F-2D85-5302-B268-48B2C57BD3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8497" y="3242619"/>
            <a:ext cx="616549" cy="61654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9AB6155-7C58-6C72-543B-A05C8CD84E09}"/>
              </a:ext>
            </a:extLst>
          </p:cNvPr>
          <p:cNvSpPr txBox="1"/>
          <p:nvPr/>
        </p:nvSpPr>
        <p:spPr>
          <a:xfrm>
            <a:off x="2077322" y="670354"/>
            <a:ext cx="1964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+mj-lt"/>
              </a:rPr>
              <a:t>Hold attention at left stream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35CFF3-EF0C-FB8E-AD38-BC4C226501AB}"/>
              </a:ext>
            </a:extLst>
          </p:cNvPr>
          <p:cNvSpPr txBox="1"/>
          <p:nvPr/>
        </p:nvSpPr>
        <p:spPr>
          <a:xfrm>
            <a:off x="6226348" y="2470197"/>
            <a:ext cx="1964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+mj-lt"/>
              </a:rPr>
              <a:t>Hold attention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9AB04-999A-9B0F-5263-537AE4906FD8}"/>
              </a:ext>
            </a:extLst>
          </p:cNvPr>
          <p:cNvSpPr txBox="1"/>
          <p:nvPr/>
        </p:nvSpPr>
        <p:spPr>
          <a:xfrm>
            <a:off x="9308600" y="3172342"/>
            <a:ext cx="2324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+mj-lt"/>
              </a:rPr>
              <a:t>Press M to report Even number 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B8FF68-63BE-12C8-8D87-4A02BE5D7DB3}"/>
              </a:ext>
            </a:extLst>
          </p:cNvPr>
          <p:cNvSpPr txBox="1"/>
          <p:nvPr/>
        </p:nvSpPr>
        <p:spPr>
          <a:xfrm>
            <a:off x="5053299" y="342985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Example 1 </a:t>
            </a:r>
          </a:p>
        </p:txBody>
      </p:sp>
    </p:spTree>
    <p:extLst>
      <p:ext uri="{BB962C8B-B14F-4D97-AF65-F5344CB8AC3E}">
        <p14:creationId xmlns:p14="http://schemas.microsoft.com/office/powerpoint/2010/main" val="3115761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BE5D2-FF35-46A1-6472-256E9F73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0;p8" descr="Shape  Description automatically generated with low confidence">
            <a:extLst>
              <a:ext uri="{FF2B5EF4-FFF2-40B4-BE49-F238E27FC236}">
                <a16:creationId xmlns:a16="http://schemas.microsoft.com/office/drawing/2014/main" id="{CA025C11-B61E-0A89-AFF0-1829AF8990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8192"/>
          <a:stretch>
            <a:fillRect/>
          </a:stretch>
        </p:blipFill>
        <p:spPr>
          <a:xfrm>
            <a:off x="-90534" y="470773"/>
            <a:ext cx="2244668" cy="18363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166;p8">
            <a:extLst>
              <a:ext uri="{FF2B5EF4-FFF2-40B4-BE49-F238E27FC236}">
                <a16:creationId xmlns:a16="http://schemas.microsoft.com/office/drawing/2014/main" id="{2C4BB4EF-51E3-7CF4-B45C-5DC6E046469B}"/>
              </a:ext>
            </a:extLst>
          </p:cNvPr>
          <p:cNvGrpSpPr/>
          <p:nvPr/>
        </p:nvGrpSpPr>
        <p:grpSpPr>
          <a:xfrm>
            <a:off x="4014976" y="2108652"/>
            <a:ext cx="2244677" cy="1927851"/>
            <a:chOff x="6765133" y="2936939"/>
            <a:chExt cx="4203442" cy="3610145"/>
          </a:xfrm>
        </p:grpSpPr>
        <p:pic>
          <p:nvPicPr>
            <p:cNvPr id="4" name="Google Shape;167;p8" descr="Shape  Description automatically generated with low confidence">
              <a:extLst>
                <a:ext uri="{FF2B5EF4-FFF2-40B4-BE49-F238E27FC236}">
                  <a16:creationId xmlns:a16="http://schemas.microsoft.com/office/drawing/2014/main" id="{362B29AD-1418-F489-2137-D120ECAC620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4114"/>
            <a:stretch>
              <a:fillRect/>
            </a:stretch>
          </p:blipFill>
          <p:spPr>
            <a:xfrm>
              <a:off x="6765133" y="2936939"/>
              <a:ext cx="4203442" cy="36101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68;p8">
              <a:extLst>
                <a:ext uri="{FF2B5EF4-FFF2-40B4-BE49-F238E27FC236}">
                  <a16:creationId xmlns:a16="http://schemas.microsoft.com/office/drawing/2014/main" id="{53F65976-1DD5-1B33-5B15-8ACAAA90A94B}"/>
                </a:ext>
              </a:extLst>
            </p:cNvPr>
            <p:cNvSpPr txBox="1"/>
            <p:nvPr/>
          </p:nvSpPr>
          <p:spPr>
            <a:xfrm>
              <a:off x="7643292" y="3794495"/>
              <a:ext cx="657901" cy="979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</a:rPr>
                <a:t>4</a:t>
              </a:r>
              <a:endParaRPr dirty="0"/>
            </a:p>
          </p:txBody>
        </p:sp>
        <p:sp>
          <p:nvSpPr>
            <p:cNvPr id="6" name="Google Shape;169;p8">
              <a:extLst>
                <a:ext uri="{FF2B5EF4-FFF2-40B4-BE49-F238E27FC236}">
                  <a16:creationId xmlns:a16="http://schemas.microsoft.com/office/drawing/2014/main" id="{4F5B0C00-79E8-9FD1-B2F3-DC382EE53E7B}"/>
                </a:ext>
              </a:extLst>
            </p:cNvPr>
            <p:cNvSpPr txBox="1"/>
            <p:nvPr/>
          </p:nvSpPr>
          <p:spPr>
            <a:xfrm>
              <a:off x="9245716" y="3794432"/>
              <a:ext cx="657901" cy="979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>
                  <a:solidFill>
                    <a:schemeClr val="dk1"/>
                  </a:solidFill>
                </a:rPr>
                <a:t>7</a:t>
              </a:r>
              <a:endParaRPr dirty="0"/>
            </a:p>
          </p:txBody>
        </p:sp>
      </p:grpSp>
      <p:sp>
        <p:nvSpPr>
          <p:cNvPr id="7" name="Google Shape;173;p8">
            <a:extLst>
              <a:ext uri="{FF2B5EF4-FFF2-40B4-BE49-F238E27FC236}">
                <a16:creationId xmlns:a16="http://schemas.microsoft.com/office/drawing/2014/main" id="{AD1AFC70-3131-B5FB-B939-4AE231478C42}"/>
              </a:ext>
            </a:extLst>
          </p:cNvPr>
          <p:cNvSpPr txBox="1"/>
          <p:nvPr/>
        </p:nvSpPr>
        <p:spPr>
          <a:xfrm>
            <a:off x="315900" y="885261"/>
            <a:ext cx="36291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*</a:t>
            </a:r>
            <a:endParaRPr dirty="0"/>
          </a:p>
        </p:txBody>
      </p:sp>
      <p:sp>
        <p:nvSpPr>
          <p:cNvPr id="8" name="Google Shape;176;p8">
            <a:extLst>
              <a:ext uri="{FF2B5EF4-FFF2-40B4-BE49-F238E27FC236}">
                <a16:creationId xmlns:a16="http://schemas.microsoft.com/office/drawing/2014/main" id="{E160A0B1-FD52-BEF0-7120-19597C672237}"/>
              </a:ext>
            </a:extLst>
          </p:cNvPr>
          <p:cNvSpPr txBox="1"/>
          <p:nvPr/>
        </p:nvSpPr>
        <p:spPr>
          <a:xfrm>
            <a:off x="827984" y="952694"/>
            <a:ext cx="36291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sz="100" dirty="0"/>
          </a:p>
        </p:txBody>
      </p:sp>
      <p:grpSp>
        <p:nvGrpSpPr>
          <p:cNvPr id="9" name="Google Shape;161;p8">
            <a:extLst>
              <a:ext uri="{FF2B5EF4-FFF2-40B4-BE49-F238E27FC236}">
                <a16:creationId xmlns:a16="http://schemas.microsoft.com/office/drawing/2014/main" id="{FF4C58D7-8FD7-F264-C055-AE95327E7F50}"/>
              </a:ext>
            </a:extLst>
          </p:cNvPr>
          <p:cNvGrpSpPr/>
          <p:nvPr/>
        </p:nvGrpSpPr>
        <p:grpSpPr>
          <a:xfrm>
            <a:off x="1970094" y="1264657"/>
            <a:ext cx="2244518" cy="1977962"/>
            <a:chOff x="6747672" y="398712"/>
            <a:chExt cx="4203425" cy="3605067"/>
          </a:xfrm>
        </p:grpSpPr>
        <p:pic>
          <p:nvPicPr>
            <p:cNvPr id="10" name="Google Shape;162;p8" descr="Shape  Description automatically generated with low confidence">
              <a:extLst>
                <a:ext uri="{FF2B5EF4-FFF2-40B4-BE49-F238E27FC236}">
                  <a16:creationId xmlns:a16="http://schemas.microsoft.com/office/drawing/2014/main" id="{891F4F93-887E-8E4D-51ED-7B0D620B4FE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4235"/>
            <a:stretch>
              <a:fillRect/>
            </a:stretch>
          </p:blipFill>
          <p:spPr>
            <a:xfrm>
              <a:off x="6747672" y="398712"/>
              <a:ext cx="4203425" cy="3605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63;p8">
              <a:extLst>
                <a:ext uri="{FF2B5EF4-FFF2-40B4-BE49-F238E27FC236}">
                  <a16:creationId xmlns:a16="http://schemas.microsoft.com/office/drawing/2014/main" id="{DD5274A8-94FB-A883-8854-6935B2019DD7}"/>
                </a:ext>
              </a:extLst>
            </p:cNvPr>
            <p:cNvSpPr txBox="1"/>
            <p:nvPr/>
          </p:nvSpPr>
          <p:spPr>
            <a:xfrm>
              <a:off x="7650574" y="1210380"/>
              <a:ext cx="657900" cy="953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>
                  <a:solidFill>
                    <a:schemeClr val="dk1"/>
                  </a:solidFill>
                </a:rPr>
                <a:t>1</a:t>
              </a:r>
              <a:endParaRPr dirty="0"/>
            </a:p>
          </p:txBody>
        </p:sp>
        <p:sp>
          <p:nvSpPr>
            <p:cNvPr id="12" name="Google Shape;164;p8">
              <a:extLst>
                <a:ext uri="{FF2B5EF4-FFF2-40B4-BE49-F238E27FC236}">
                  <a16:creationId xmlns:a16="http://schemas.microsoft.com/office/drawing/2014/main" id="{029E99EF-BC5E-5CAD-A952-4E8FD7D11A00}"/>
                </a:ext>
              </a:extLst>
            </p:cNvPr>
            <p:cNvSpPr txBox="1"/>
            <p:nvPr/>
          </p:nvSpPr>
          <p:spPr>
            <a:xfrm>
              <a:off x="9200082" y="1210380"/>
              <a:ext cx="657900" cy="953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>
                  <a:solidFill>
                    <a:schemeClr val="dk1"/>
                  </a:solidFill>
                </a:rPr>
                <a:t>6</a:t>
              </a:r>
              <a:endParaRPr dirty="0"/>
            </a:p>
          </p:txBody>
        </p:sp>
      </p:grpSp>
      <p:sp>
        <p:nvSpPr>
          <p:cNvPr id="13" name="Google Shape;176;p8">
            <a:extLst>
              <a:ext uri="{FF2B5EF4-FFF2-40B4-BE49-F238E27FC236}">
                <a16:creationId xmlns:a16="http://schemas.microsoft.com/office/drawing/2014/main" id="{829F9EE2-8B34-E8CC-88C7-1921A2E4398E}"/>
              </a:ext>
            </a:extLst>
          </p:cNvPr>
          <p:cNvSpPr txBox="1"/>
          <p:nvPr/>
        </p:nvSpPr>
        <p:spPr>
          <a:xfrm>
            <a:off x="2878315" y="1822163"/>
            <a:ext cx="36291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sz="100" dirty="0"/>
          </a:p>
        </p:txBody>
      </p:sp>
      <p:sp>
        <p:nvSpPr>
          <p:cNvPr id="14" name="Google Shape;176;p8">
            <a:extLst>
              <a:ext uri="{FF2B5EF4-FFF2-40B4-BE49-F238E27FC236}">
                <a16:creationId xmlns:a16="http://schemas.microsoft.com/office/drawing/2014/main" id="{09A816AA-1C1E-3518-8F57-B4695D8659F0}"/>
              </a:ext>
            </a:extLst>
          </p:cNvPr>
          <p:cNvSpPr txBox="1"/>
          <p:nvPr/>
        </p:nvSpPr>
        <p:spPr>
          <a:xfrm>
            <a:off x="4920833" y="2612402"/>
            <a:ext cx="36291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sz="100" dirty="0"/>
          </a:p>
        </p:txBody>
      </p:sp>
      <p:grpSp>
        <p:nvGrpSpPr>
          <p:cNvPr id="15" name="Google Shape;166;p8">
            <a:extLst>
              <a:ext uri="{FF2B5EF4-FFF2-40B4-BE49-F238E27FC236}">
                <a16:creationId xmlns:a16="http://schemas.microsoft.com/office/drawing/2014/main" id="{30C4117B-FE18-1C16-4251-DFA1A8536687}"/>
              </a:ext>
            </a:extLst>
          </p:cNvPr>
          <p:cNvGrpSpPr/>
          <p:nvPr/>
        </p:nvGrpSpPr>
        <p:grpSpPr>
          <a:xfrm>
            <a:off x="6067799" y="2898892"/>
            <a:ext cx="2244677" cy="1921646"/>
            <a:chOff x="6730187" y="2936941"/>
            <a:chExt cx="4203442" cy="3598526"/>
          </a:xfrm>
        </p:grpSpPr>
        <p:pic>
          <p:nvPicPr>
            <p:cNvPr id="16" name="Google Shape;167;p8" descr="Shape  Description automatically generated with low confidence">
              <a:extLst>
                <a:ext uri="{FF2B5EF4-FFF2-40B4-BE49-F238E27FC236}">
                  <a16:creationId xmlns:a16="http://schemas.microsoft.com/office/drawing/2014/main" id="{3582AC5C-F75E-9CCF-B7B4-B32060A5307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4391"/>
            <a:stretch>
              <a:fillRect/>
            </a:stretch>
          </p:blipFill>
          <p:spPr>
            <a:xfrm>
              <a:off x="6730187" y="2936941"/>
              <a:ext cx="4203442" cy="3598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68;p8">
              <a:extLst>
                <a:ext uri="{FF2B5EF4-FFF2-40B4-BE49-F238E27FC236}">
                  <a16:creationId xmlns:a16="http://schemas.microsoft.com/office/drawing/2014/main" id="{3CCB7CAB-7DCC-0D2E-733E-1BDE08BC492F}"/>
                </a:ext>
              </a:extLst>
            </p:cNvPr>
            <p:cNvSpPr txBox="1"/>
            <p:nvPr/>
          </p:nvSpPr>
          <p:spPr>
            <a:xfrm>
              <a:off x="7507669" y="3726684"/>
              <a:ext cx="1973703" cy="893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</a:rPr>
                <a:t>ANI.</a:t>
              </a:r>
              <a:endParaRPr dirty="0"/>
            </a:p>
          </p:txBody>
        </p:sp>
        <p:sp>
          <p:nvSpPr>
            <p:cNvPr id="18" name="Google Shape;169;p8">
              <a:extLst>
                <a:ext uri="{FF2B5EF4-FFF2-40B4-BE49-F238E27FC236}">
                  <a16:creationId xmlns:a16="http://schemas.microsoft.com/office/drawing/2014/main" id="{CC0B579A-D3B6-89F5-8DEB-B3278807CBF1}"/>
                </a:ext>
              </a:extLst>
            </p:cNvPr>
            <p:cNvSpPr txBox="1"/>
            <p:nvPr/>
          </p:nvSpPr>
          <p:spPr>
            <a:xfrm>
              <a:off x="9245716" y="3726614"/>
              <a:ext cx="657901" cy="979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>
                  <a:solidFill>
                    <a:schemeClr val="dk1"/>
                  </a:solidFill>
                </a:rPr>
                <a:t>2</a:t>
              </a:r>
              <a:endParaRPr dirty="0"/>
            </a:p>
          </p:txBody>
        </p:sp>
      </p:grpSp>
      <p:sp>
        <p:nvSpPr>
          <p:cNvPr id="19" name="Google Shape;176;p8">
            <a:extLst>
              <a:ext uri="{FF2B5EF4-FFF2-40B4-BE49-F238E27FC236}">
                <a16:creationId xmlns:a16="http://schemas.microsoft.com/office/drawing/2014/main" id="{8105A35D-6AAD-E508-B726-E263CB7F7DD2}"/>
              </a:ext>
            </a:extLst>
          </p:cNvPr>
          <p:cNvSpPr txBox="1"/>
          <p:nvPr/>
        </p:nvSpPr>
        <p:spPr>
          <a:xfrm>
            <a:off x="6973350" y="3373445"/>
            <a:ext cx="36291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sz="100" dirty="0"/>
          </a:p>
        </p:txBody>
      </p:sp>
      <p:grpSp>
        <p:nvGrpSpPr>
          <p:cNvPr id="20" name="Google Shape;166;p8">
            <a:extLst>
              <a:ext uri="{FF2B5EF4-FFF2-40B4-BE49-F238E27FC236}">
                <a16:creationId xmlns:a16="http://schemas.microsoft.com/office/drawing/2014/main" id="{43452224-BADF-441D-A679-05DF8172114B}"/>
              </a:ext>
            </a:extLst>
          </p:cNvPr>
          <p:cNvGrpSpPr/>
          <p:nvPr/>
        </p:nvGrpSpPr>
        <p:grpSpPr>
          <a:xfrm>
            <a:off x="10131634" y="4455999"/>
            <a:ext cx="2244677" cy="1921646"/>
            <a:chOff x="6747660" y="2936941"/>
            <a:chExt cx="4203442" cy="3598526"/>
          </a:xfrm>
        </p:grpSpPr>
        <p:pic>
          <p:nvPicPr>
            <p:cNvPr id="21" name="Google Shape;167;p8" descr="Shape  Description automatically generated with low confidence">
              <a:extLst>
                <a:ext uri="{FF2B5EF4-FFF2-40B4-BE49-F238E27FC236}">
                  <a16:creationId xmlns:a16="http://schemas.microsoft.com/office/drawing/2014/main" id="{E366D168-8CD5-42A4-1F4F-F3E1355A25E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4391"/>
            <a:stretch>
              <a:fillRect/>
            </a:stretch>
          </p:blipFill>
          <p:spPr>
            <a:xfrm>
              <a:off x="6747660" y="2936941"/>
              <a:ext cx="4203442" cy="3598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168;p8">
              <a:extLst>
                <a:ext uri="{FF2B5EF4-FFF2-40B4-BE49-F238E27FC236}">
                  <a16:creationId xmlns:a16="http://schemas.microsoft.com/office/drawing/2014/main" id="{4E8B26FD-BF99-4A16-D699-65E1EBB429B3}"/>
                </a:ext>
              </a:extLst>
            </p:cNvPr>
            <p:cNvSpPr txBox="1"/>
            <p:nvPr/>
          </p:nvSpPr>
          <p:spPr>
            <a:xfrm>
              <a:off x="7643292" y="3794495"/>
              <a:ext cx="657901" cy="979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Google Shape;169;p8">
              <a:extLst>
                <a:ext uri="{FF2B5EF4-FFF2-40B4-BE49-F238E27FC236}">
                  <a16:creationId xmlns:a16="http://schemas.microsoft.com/office/drawing/2014/main" id="{01BFB1DF-73D4-6D64-A5AF-0AE2029EE2EB}"/>
                </a:ext>
              </a:extLst>
            </p:cNvPr>
            <p:cNvSpPr txBox="1"/>
            <p:nvPr/>
          </p:nvSpPr>
          <p:spPr>
            <a:xfrm>
              <a:off x="9245716" y="3794432"/>
              <a:ext cx="657901" cy="979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Google Shape;177;p8">
            <a:extLst>
              <a:ext uri="{FF2B5EF4-FFF2-40B4-BE49-F238E27FC236}">
                <a16:creationId xmlns:a16="http://schemas.microsoft.com/office/drawing/2014/main" id="{8B8C7E9F-6E3C-24FA-C2EE-BA20DACD7A76}"/>
              </a:ext>
            </a:extLst>
          </p:cNvPr>
          <p:cNvSpPr txBox="1"/>
          <p:nvPr/>
        </p:nvSpPr>
        <p:spPr>
          <a:xfrm>
            <a:off x="11045447" y="4950218"/>
            <a:ext cx="36291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bg1"/>
                </a:solidFill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+</a:t>
            </a:r>
            <a:endParaRPr sz="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oogle Shape;161;p8">
            <a:extLst>
              <a:ext uri="{FF2B5EF4-FFF2-40B4-BE49-F238E27FC236}">
                <a16:creationId xmlns:a16="http://schemas.microsoft.com/office/drawing/2014/main" id="{7B3A23E5-9D92-5375-FA47-FBDC5C7D2F49}"/>
              </a:ext>
            </a:extLst>
          </p:cNvPr>
          <p:cNvGrpSpPr/>
          <p:nvPr/>
        </p:nvGrpSpPr>
        <p:grpSpPr>
          <a:xfrm>
            <a:off x="8123873" y="3747252"/>
            <a:ext cx="2244518" cy="1921646"/>
            <a:chOff x="6747672" y="443871"/>
            <a:chExt cx="4203425" cy="3502425"/>
          </a:xfrm>
        </p:grpSpPr>
        <p:pic>
          <p:nvPicPr>
            <p:cNvPr id="26" name="Google Shape;162;p8" descr="Shape  Description automatically generated with low confidence">
              <a:extLst>
                <a:ext uri="{FF2B5EF4-FFF2-40B4-BE49-F238E27FC236}">
                  <a16:creationId xmlns:a16="http://schemas.microsoft.com/office/drawing/2014/main" id="{2552F12D-3FB9-F417-E9FF-FE9AADF486A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6677"/>
            <a:stretch>
              <a:fillRect/>
            </a:stretch>
          </p:blipFill>
          <p:spPr>
            <a:xfrm>
              <a:off x="6747672" y="443871"/>
              <a:ext cx="4203425" cy="3502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163;p8">
              <a:extLst>
                <a:ext uri="{FF2B5EF4-FFF2-40B4-BE49-F238E27FC236}">
                  <a16:creationId xmlns:a16="http://schemas.microsoft.com/office/drawing/2014/main" id="{E7FAEF40-7B08-9EEE-FF1E-A845A8C13455}"/>
                </a:ext>
              </a:extLst>
            </p:cNvPr>
            <p:cNvSpPr txBox="1"/>
            <p:nvPr/>
          </p:nvSpPr>
          <p:spPr>
            <a:xfrm>
              <a:off x="7599712" y="1292882"/>
              <a:ext cx="657900" cy="953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Google Shape;164;p8">
              <a:extLst>
                <a:ext uri="{FF2B5EF4-FFF2-40B4-BE49-F238E27FC236}">
                  <a16:creationId xmlns:a16="http://schemas.microsoft.com/office/drawing/2014/main" id="{89B3AB4F-346B-035C-FBCC-8CFBDAB4DD18}"/>
                </a:ext>
              </a:extLst>
            </p:cNvPr>
            <p:cNvSpPr txBox="1"/>
            <p:nvPr/>
          </p:nvSpPr>
          <p:spPr>
            <a:xfrm>
              <a:off x="9217036" y="1309384"/>
              <a:ext cx="657900" cy="953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Google Shape;175;p8">
            <a:extLst>
              <a:ext uri="{FF2B5EF4-FFF2-40B4-BE49-F238E27FC236}">
                <a16:creationId xmlns:a16="http://schemas.microsoft.com/office/drawing/2014/main" id="{99F7C7E7-D596-AD0E-2648-C30B19B2A738}"/>
              </a:ext>
            </a:extLst>
          </p:cNvPr>
          <p:cNvSpPr txBox="1"/>
          <p:nvPr/>
        </p:nvSpPr>
        <p:spPr>
          <a:xfrm>
            <a:off x="8941686" y="4274551"/>
            <a:ext cx="532605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bg1"/>
                </a:solidFill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 </a:t>
            </a:r>
            <a:r>
              <a:rPr lang="en-US" sz="2300" dirty="0">
                <a:solidFill>
                  <a:schemeClr val="tx1"/>
                </a:solidFill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+</a:t>
            </a:r>
            <a:endParaRPr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Google Shape;171;p8">
            <a:extLst>
              <a:ext uri="{FF2B5EF4-FFF2-40B4-BE49-F238E27FC236}">
                <a16:creationId xmlns:a16="http://schemas.microsoft.com/office/drawing/2014/main" id="{152D3BC4-7078-31ED-E407-61C99DCC1E1F}"/>
              </a:ext>
            </a:extLst>
          </p:cNvPr>
          <p:cNvCxnSpPr>
            <a:cxnSpLocks/>
          </p:cNvCxnSpPr>
          <p:nvPr/>
        </p:nvCxnSpPr>
        <p:spPr>
          <a:xfrm>
            <a:off x="162962" y="2772149"/>
            <a:ext cx="9812091" cy="3928526"/>
          </a:xfrm>
          <a:prstGeom prst="straightConnector1">
            <a:avLst/>
          </a:prstGeom>
          <a:noFill/>
          <a:ln w="57150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" name="Google Shape;172;p8">
            <a:extLst>
              <a:ext uri="{FF2B5EF4-FFF2-40B4-BE49-F238E27FC236}">
                <a16:creationId xmlns:a16="http://schemas.microsoft.com/office/drawing/2014/main" id="{25A2FC63-D15F-9C19-A6A9-7118E9802ED2}"/>
              </a:ext>
            </a:extLst>
          </p:cNvPr>
          <p:cNvSpPr txBox="1"/>
          <p:nvPr/>
        </p:nvSpPr>
        <p:spPr>
          <a:xfrm>
            <a:off x="4005645" y="4707644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E6502F"/>
                </a:solidFill>
                <a:latin typeface="Gill Sans"/>
                <a:ea typeface="Gill Sans"/>
                <a:cs typeface="Gill Sans"/>
                <a:sym typeface="Gill Sans"/>
              </a:rPr>
              <a:t>Time</a:t>
            </a:r>
            <a:endParaRPr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B9D18BA-A803-6DFF-7DE5-C212FAA3012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246350" y="2527245"/>
            <a:ext cx="568800" cy="5688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E0A76D6-6361-37C7-DA62-60305214A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271" y="3292562"/>
            <a:ext cx="568800" cy="568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434B1B6-0699-F161-A562-A3EC5A2A5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9963" y="4904516"/>
            <a:ext cx="568800" cy="5688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7E1C4B1-FD11-ECDC-A3B2-34BC0059B0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5290" y="4891843"/>
            <a:ext cx="568800" cy="5688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16BAE87-A994-52AC-9B4C-83F5F10D2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6927" y="4203681"/>
            <a:ext cx="568800" cy="5688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49B06D8-0150-0D23-9592-2948FBEC4D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4775" y="4196036"/>
            <a:ext cx="568800" cy="5688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CEF6982-6CD5-D247-5D3A-7F4B4DC6311D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4357866" y="2527245"/>
            <a:ext cx="568800" cy="568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496A98F-E4C6-F906-66EC-10D3B519C82B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3247605" y="1757431"/>
            <a:ext cx="568800" cy="568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F0109DB-490B-CE6F-D58A-D2BEBE315C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9072" y="1757431"/>
            <a:ext cx="568611" cy="568611"/>
          </a:xfrm>
          <a:prstGeom prst="rect">
            <a:avLst/>
          </a:prstGeom>
        </p:spPr>
      </p:pic>
      <p:sp>
        <p:nvSpPr>
          <p:cNvPr id="52" name="Google Shape;169;p8">
            <a:extLst>
              <a:ext uri="{FF2B5EF4-FFF2-40B4-BE49-F238E27FC236}">
                <a16:creationId xmlns:a16="http://schemas.microsoft.com/office/drawing/2014/main" id="{49D73640-28EA-6391-B46B-61F02A155C1D}"/>
              </a:ext>
            </a:extLst>
          </p:cNvPr>
          <p:cNvSpPr txBox="1"/>
          <p:nvPr/>
        </p:nvSpPr>
        <p:spPr>
          <a:xfrm>
            <a:off x="9484522" y="4228496"/>
            <a:ext cx="35132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Google Shape;169;p8">
            <a:extLst>
              <a:ext uri="{FF2B5EF4-FFF2-40B4-BE49-F238E27FC236}">
                <a16:creationId xmlns:a16="http://schemas.microsoft.com/office/drawing/2014/main" id="{EED3373F-8665-5E87-1E07-8135DA7A8848}"/>
              </a:ext>
            </a:extLst>
          </p:cNvPr>
          <p:cNvSpPr txBox="1"/>
          <p:nvPr/>
        </p:nvSpPr>
        <p:spPr>
          <a:xfrm>
            <a:off x="8527218" y="4231704"/>
            <a:ext cx="35132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Google Shape;169;p8">
            <a:extLst>
              <a:ext uri="{FF2B5EF4-FFF2-40B4-BE49-F238E27FC236}">
                <a16:creationId xmlns:a16="http://schemas.microsoft.com/office/drawing/2014/main" id="{C80980A1-B50B-9DB7-9412-24A2DAB16224}"/>
              </a:ext>
            </a:extLst>
          </p:cNvPr>
          <p:cNvSpPr txBox="1"/>
          <p:nvPr/>
        </p:nvSpPr>
        <p:spPr>
          <a:xfrm>
            <a:off x="10606316" y="4912221"/>
            <a:ext cx="35132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Google Shape;169;p8">
            <a:extLst>
              <a:ext uri="{FF2B5EF4-FFF2-40B4-BE49-F238E27FC236}">
                <a16:creationId xmlns:a16="http://schemas.microsoft.com/office/drawing/2014/main" id="{D6F10C74-A16D-985A-41DC-3ADBCF7B731E}"/>
              </a:ext>
            </a:extLst>
          </p:cNvPr>
          <p:cNvSpPr txBox="1"/>
          <p:nvPr/>
        </p:nvSpPr>
        <p:spPr>
          <a:xfrm>
            <a:off x="11452531" y="4913802"/>
            <a:ext cx="35132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926C5A-2721-1743-0DF3-2ADD85AA31BF}"/>
              </a:ext>
            </a:extLst>
          </p:cNvPr>
          <p:cNvSpPr txBox="1"/>
          <p:nvPr/>
        </p:nvSpPr>
        <p:spPr>
          <a:xfrm>
            <a:off x="2077322" y="670354"/>
            <a:ext cx="1964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+mj-lt"/>
              </a:rPr>
              <a:t>Hold attention at left stream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506EA3-AFFA-9692-BE4E-7891A184B8BA}"/>
              </a:ext>
            </a:extLst>
          </p:cNvPr>
          <p:cNvSpPr txBox="1"/>
          <p:nvPr/>
        </p:nvSpPr>
        <p:spPr>
          <a:xfrm>
            <a:off x="6226348" y="2470197"/>
            <a:ext cx="1964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+mj-lt"/>
              </a:rPr>
              <a:t>Shift attention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5A7F98-9B23-F311-340E-A462C23F3AFD}"/>
              </a:ext>
            </a:extLst>
          </p:cNvPr>
          <p:cNvSpPr txBox="1"/>
          <p:nvPr/>
        </p:nvSpPr>
        <p:spPr>
          <a:xfrm>
            <a:off x="9308600" y="3172342"/>
            <a:ext cx="2324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+mj-lt"/>
              </a:rPr>
              <a:t>Press Z to report Odd number 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BD94BA7-47E3-364D-2B14-E8424744D7C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9374" y="3313547"/>
            <a:ext cx="568800" cy="54336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4DC670B-2B59-D76D-D71E-C7CFC8166DA2}"/>
              </a:ext>
            </a:extLst>
          </p:cNvPr>
          <p:cNvSpPr txBox="1"/>
          <p:nvPr/>
        </p:nvSpPr>
        <p:spPr>
          <a:xfrm>
            <a:off x="5053299" y="342985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Example 2 </a:t>
            </a:r>
          </a:p>
        </p:txBody>
      </p:sp>
    </p:spTree>
    <p:extLst>
      <p:ext uri="{BB962C8B-B14F-4D97-AF65-F5344CB8AC3E}">
        <p14:creationId xmlns:p14="http://schemas.microsoft.com/office/powerpoint/2010/main" val="23993420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3455</TotalTime>
  <Words>342</Words>
  <Application>Microsoft Macintosh PowerPoint</Application>
  <PresentationFormat>Widescreen</PresentationFormat>
  <Paragraphs>100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Wingdings 3</vt:lpstr>
      <vt:lpstr>Trebuchet MS</vt:lpstr>
      <vt:lpstr>Gill Sans</vt:lpstr>
      <vt:lpstr>Facet</vt:lpstr>
      <vt:lpstr>Welcome to Our Experiment!</vt:lpstr>
      <vt:lpstr>Overview</vt:lpstr>
      <vt:lpstr>The Asterisk </vt:lpstr>
      <vt:lpstr>Noise Images</vt:lpstr>
      <vt:lpstr>Target Images</vt:lpstr>
      <vt:lpstr>Your Response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Sali, Anthony W.</dc:creator>
  <cp:lastModifiedBy>Baitong Mu</cp:lastModifiedBy>
  <cp:revision>36</cp:revision>
  <dcterms:created xsi:type="dcterms:W3CDTF">2021-07-30T18:10:18Z</dcterms:created>
  <dcterms:modified xsi:type="dcterms:W3CDTF">2026-03-21T20:46:41Z</dcterms:modified>
</cp:coreProperties>
</file>